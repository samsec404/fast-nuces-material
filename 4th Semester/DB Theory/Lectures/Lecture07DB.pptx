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D68F-84D1-EFFC-9511-388CDEE69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9F117-0838-8A60-125E-B9181AA02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6D6FE-EF84-3C2F-304B-81750C019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A5E52-02EE-27EF-FDD4-541E0BE0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7824-6043-160C-B5B5-105ADD2B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137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57606-FD95-74CA-1F93-74B5E61D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CF098-D094-67DB-9B3A-0862FE431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40A41-9C82-35AF-DFD7-EFC45356C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F95A1-81CE-6844-43DB-BA348800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6A31F-7B0B-EF88-7671-DDBF0E6B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46971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051E5-FF8E-15DE-4EFF-8033D3AE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E57E2-1821-636E-B0CC-3CABC3D0F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D078B-ABDC-C5AD-77E4-0D866759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56C1F-9AF2-BAF1-C182-0F01E673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AC0D-3E1F-3C29-CD87-26F4C141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660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BD23-B2DD-BD18-53F8-5EDA07EB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68B8B-46EA-D9EC-0176-FA08B5FA0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013D8-8FAC-DEDD-43C2-217C18BA9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78DFD-5275-B95C-7C50-9DE86E7C6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44AE7-A45F-42C9-9DE9-D9B7DD0F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47C58-EAE0-0399-CFF4-1B0C4602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073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634C-1B17-A159-995F-0D8B6FBB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9296B-1138-E4AA-1D70-F3C46BEDE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2AF17-C639-1616-A270-899F1AE82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05764-5107-F7D5-2181-5FE406822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AAEE3-40BD-3DCF-8DD0-F363F056E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17D73-D0C0-78B6-307F-4AC31B74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D8614-DDBE-7F9A-40C0-9E750A7D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F7DC5-0851-8526-8DF8-ADC1CADBF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689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460D-920D-4D83-08F5-AA03ED4B0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85D068-6971-2042-AC3F-F399AD5E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03E2A-3E16-27C1-8458-4B48A9E3A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CFB42-F3F7-3805-80E3-EE928782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34019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4598C-76BA-ED0E-B8B6-2943928D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C73D5-F5A1-2307-EF81-AAB304F1F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522FF-901B-5B1C-5568-E793F6ED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8609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E1B4-64BA-4971-5F48-552609F2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1193F-6185-28B2-03C2-D528C5282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517F2-62C5-D6AB-A47F-EAC987A22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630A7-5D0C-48E3-6366-2DAEE45B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C5906-6AFB-7F39-FB93-AB93E970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4CBC8-9F84-7CDB-7B81-22B22EDA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578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8F83-FC7D-EE47-CD87-46A37431D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F20D52-FBA0-9BFA-5A31-416299CFA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8FB74-3045-0D5A-5D13-D1BAD095E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5DF6E-1001-9E3A-0A12-751C224A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E358A-FFB9-34A4-7D4D-BD81F701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3D148-8070-4E36-EFE8-4FE2E558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63125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06943-FC8F-A9E9-E560-701831ED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38B42C-7B2E-6EC8-D40F-06AA2DF50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13D27-DB57-E104-7A85-7E3B5AA5E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FB78E-6CB3-5040-9B26-D89575E05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D17F2-C0E9-55BB-C122-F5D6E1EB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57690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6F5B3B-2012-A64A-1DD0-E25F96EA0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1354D-8D20-9D7D-6836-44AC56B39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D98B8-B232-B98B-D191-82DF001F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A72B7-D6F3-A7EF-F0A2-FD6931A0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ACEA0-9B6B-A068-1433-41225B0F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2425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2C546-E3D1-25D9-849D-502E8E20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DD8BC-E737-0503-BF5B-B04918AE2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80344-B113-2C2D-6432-1C8358776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9F7AE-B86D-40B5-865D-DA8C54F53671}" type="datetimeFigureOut">
              <a:rPr lang="en-PK" smtClean="0"/>
              <a:t>02/17/2026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88B08-C6E8-AB92-8233-D02363C10B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7590A-2788-24B8-C1D8-9DDCEB041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8E41E-A5EE-403F-BB6E-E4E1A71364B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0758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vertabelo.com/blog/chen-erd-not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D9F69-1A6E-9007-9313-93F72C7D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PK" sz="2200" kern="180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 (Entity Relationship) Diagram in </a:t>
            </a:r>
            <a:r>
              <a:rPr lang="en-US" sz="2200" kern="180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Chen Notations</a:t>
            </a:r>
            <a:br>
              <a:rPr lang="en-PK" sz="2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PK" sz="220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5C53C0-ABE7-A140-D2CC-862E3D2F7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References</a:t>
            </a:r>
          </a:p>
          <a:p>
            <a:pPr lvl="1"/>
            <a:r>
              <a:rPr lang="en-US" sz="2200" dirty="0"/>
              <a:t>Modeling Using the Entity–Relationship (ER) Model (chapter 3, Fundamentals of Database Systems by Elmasri)</a:t>
            </a:r>
          </a:p>
          <a:p>
            <a:pPr lvl="1"/>
            <a:r>
              <a:rPr lang="en-US" sz="2200" dirty="0">
                <a:hlinkClick r:id="rId2"/>
              </a:rPr>
              <a:t>https://vertabelo.com/blog/chen-erd-notation</a:t>
            </a:r>
            <a:endParaRPr lang="en-US" sz="2200" dirty="0"/>
          </a:p>
          <a:p>
            <a:endParaRPr lang="en-US" sz="2200" dirty="0"/>
          </a:p>
        </p:txBody>
      </p:sp>
      <p:pic>
        <p:nvPicPr>
          <p:cNvPr id="4" name="Content Placeholder 3" descr="fig03_02">
            <a:extLst>
              <a:ext uri="{FF2B5EF4-FFF2-40B4-BE49-F238E27FC236}">
                <a16:creationId xmlns:a16="http://schemas.microsoft.com/office/drawing/2014/main" id="{33EDF9CF-CA5E-E127-8D1B-D465C0264F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348"/>
          <a:stretch/>
        </p:blipFill>
        <p:spPr bwMode="auto">
          <a:xfrm>
            <a:off x="4978723" y="1261872"/>
            <a:ext cx="6306686" cy="5577840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CEC7E8-5BE4-F97D-AAA8-D3B3E927F68A}"/>
              </a:ext>
            </a:extLst>
          </p:cNvPr>
          <p:cNvSpPr txBox="1"/>
          <p:nvPr/>
        </p:nvSpPr>
        <p:spPr>
          <a:xfrm>
            <a:off x="8693921" y="101036"/>
            <a:ext cx="3236808" cy="1471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</a:rPr>
              <a:t>Entities - objects or items of interest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</a:rPr>
              <a:t>Attributes - facts about, or properties of, an entity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</a:rPr>
              <a:t>Relationships - links between entities</a:t>
            </a:r>
          </a:p>
        </p:txBody>
      </p:sp>
    </p:spTree>
    <p:extLst>
      <p:ext uri="{BB962C8B-B14F-4D97-AF65-F5344CB8AC3E}">
        <p14:creationId xmlns:p14="http://schemas.microsoft.com/office/powerpoint/2010/main" val="407665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64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Verdana</vt:lpstr>
      <vt:lpstr>Office Theme</vt:lpstr>
      <vt:lpstr>ER (Entity Relationship) Diagram in Chen Notations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Shoaib M Khan</dc:creator>
  <cp:lastModifiedBy>Shoaib M Khan</cp:lastModifiedBy>
  <cp:revision>13</cp:revision>
  <dcterms:created xsi:type="dcterms:W3CDTF">2023-10-20T05:02:15Z</dcterms:created>
  <dcterms:modified xsi:type="dcterms:W3CDTF">2026-02-17T06:21:08Z</dcterms:modified>
</cp:coreProperties>
</file>