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319" r:id="rId5"/>
    <p:sldId id="310" r:id="rId6"/>
    <p:sldId id="262" r:id="rId7"/>
    <p:sldId id="313" r:id="rId8"/>
    <p:sldId id="312" r:id="rId9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6D68F-84D1-EFFC-9511-388CDEE69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19F117-0838-8A60-125E-B9181AA023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6D6FE-EF84-3C2F-304B-81750C019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F7AE-B86D-40B5-865D-DA8C54F53671}" type="datetimeFigureOut">
              <a:rPr lang="x-none" smtClean="0"/>
              <a:t>28/02/2025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A5E52-02EE-27EF-FDD4-541E0BE0B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D7824-6043-160C-B5B5-105ADD2BA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8E41E-A5EE-403F-BB6E-E4E1A71364B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21372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57606-FD95-74CA-1F93-74B5E61DB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CF098-D094-67DB-9B3A-0862FE431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40A41-9C82-35AF-DFD7-EFC45356C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F7AE-B86D-40B5-865D-DA8C54F53671}" type="datetimeFigureOut">
              <a:rPr lang="x-none" smtClean="0"/>
              <a:t>28/02/2025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F95A1-81CE-6844-43DB-BA3488000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6A31F-7B0B-EF88-7671-DDBF0E6BA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8E41E-A5EE-403F-BB6E-E4E1A71364B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46971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051E5-FF8E-15DE-4EFF-8033D3AE2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E57E2-1821-636E-B0CC-3CABC3D0F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D078B-ABDC-C5AD-77E4-0D866759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F7AE-B86D-40B5-865D-DA8C54F53671}" type="datetimeFigureOut">
              <a:rPr lang="x-none" smtClean="0"/>
              <a:t>28/02/2025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56C1F-9AF2-BAF1-C182-0F01E6735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CAC0D-3E1F-3C29-CD87-26F4C1418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8E41E-A5EE-403F-BB6E-E4E1A71364B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96660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9BD23-B2DD-BD18-53F8-5EDA07EB2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68B8B-46EA-D9EC-0176-FA08B5FA0B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7013D8-8FAC-DEDD-43C2-217C18BA9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878DFD-5275-B95C-7C50-9DE86E7C6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F7AE-B86D-40B5-865D-DA8C54F53671}" type="datetimeFigureOut">
              <a:rPr lang="x-none" smtClean="0"/>
              <a:t>28/02/2025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544AE7-A45F-42C9-9DE9-D9B7DD0F2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47C58-EAE0-0399-CFF4-1B0C46029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8E41E-A5EE-403F-BB6E-E4E1A71364B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20730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7634C-1B17-A159-995F-0D8B6FBBE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9296B-1138-E4AA-1D70-F3C46BEDE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82AF17-C639-1616-A270-899F1AE827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905764-5107-F7D5-2181-5FE4068225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7AAEE3-40BD-3DCF-8DD0-F363F056E7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A17D73-D0C0-78B6-307F-4AC31B743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F7AE-B86D-40B5-865D-DA8C54F53671}" type="datetimeFigureOut">
              <a:rPr lang="x-none" smtClean="0"/>
              <a:t>28/02/2025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9D8614-DDBE-7F9A-40C0-9E750A7DC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9F7DC5-0851-8526-8DF8-ADC1CADBF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8E41E-A5EE-403F-BB6E-E4E1A71364B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16898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6460D-920D-4D83-08F5-AA03ED4B0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85D068-6971-2042-AC3F-F399AD5EA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F7AE-B86D-40B5-865D-DA8C54F53671}" type="datetimeFigureOut">
              <a:rPr lang="x-none" smtClean="0"/>
              <a:t>28/02/2025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603E2A-3E16-27C1-8458-4B48A9E3A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2CFB42-F3F7-3805-80E3-EE9287829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8E41E-A5EE-403F-BB6E-E4E1A71364B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934019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64598C-76BA-ED0E-B8B6-2943928DD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F7AE-B86D-40B5-865D-DA8C54F53671}" type="datetimeFigureOut">
              <a:rPr lang="x-none" smtClean="0"/>
              <a:t>28/02/2025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6C73D5-F5A1-2307-EF81-AAB304F1F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522FF-901B-5B1C-5568-E793F6EDD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8E41E-A5EE-403F-BB6E-E4E1A71364B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86099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4E1B4-64BA-4971-5F48-552609F2C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1193F-6185-28B2-03C2-D528C5282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517F2-62C5-D6AB-A47F-EAC987A22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630A7-5D0C-48E3-6366-2DAEE45B1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F7AE-B86D-40B5-865D-DA8C54F53671}" type="datetimeFigureOut">
              <a:rPr lang="x-none" smtClean="0"/>
              <a:t>28/02/2025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8C5906-6AFB-7F39-FB93-AB93E9707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D4CBC8-9F84-7CDB-7B81-22B22EDA4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8E41E-A5EE-403F-BB6E-E4E1A71364B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35783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8F83-FC7D-EE47-CD87-46A37431D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F20D52-FBA0-9BFA-5A31-416299CFAA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58FB74-3045-0D5A-5D13-D1BAD095E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B5DF6E-1001-9E3A-0A12-751C224AE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F7AE-B86D-40B5-865D-DA8C54F53671}" type="datetimeFigureOut">
              <a:rPr lang="x-none" smtClean="0"/>
              <a:t>28/02/2025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4E358A-FFB9-34A4-7D4D-BD81F7018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03D148-8070-4E36-EFE8-4FE2E558B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8E41E-A5EE-403F-BB6E-E4E1A71364B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63125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06943-FC8F-A9E9-E560-701831EDF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38B42C-7B2E-6EC8-D40F-06AA2DF50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13D27-DB57-E104-7A85-7E3B5AA5E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F7AE-B86D-40B5-865D-DA8C54F53671}" type="datetimeFigureOut">
              <a:rPr lang="x-none" smtClean="0"/>
              <a:t>28/02/2025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FB78E-6CB3-5040-9B26-D89575E05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D17F2-C0E9-55BB-C122-F5D6E1EBE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8E41E-A5EE-403F-BB6E-E4E1A71364B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857690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6F5B3B-2012-A64A-1DD0-E25F96EA01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51354D-8D20-9D7D-6836-44AC56B39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D98B8-B232-B98B-D191-82DF001F3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F7AE-B86D-40B5-865D-DA8C54F53671}" type="datetimeFigureOut">
              <a:rPr lang="x-none" smtClean="0"/>
              <a:t>28/02/2025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A72B7-D6F3-A7EF-F0A2-FD6931A09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ACEA0-9B6B-A068-1433-41225B0F4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8E41E-A5EE-403F-BB6E-E4E1A71364B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24259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42C546-E3D1-25D9-849D-502E8E204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DD8BC-E737-0503-BF5B-B04918AE2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80344-B113-2C2D-6432-1C8358776B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69F7AE-B86D-40B5-865D-DA8C54F53671}" type="datetimeFigureOut">
              <a:rPr lang="x-none" smtClean="0"/>
              <a:t>28/02/2025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88B08-C6E8-AB92-8233-D02363C10B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7590A-2788-24B8-C1D8-9DDCEB0418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B8E41E-A5EE-403F-BB6E-E4E1A71364B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30758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vertabelo.com/blog/chen-erd-notation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7D9F69-1A6E-9007-9313-93F72C7DC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387" y="681037"/>
            <a:ext cx="4080879" cy="1788811"/>
          </a:xfrm>
        </p:spPr>
        <p:txBody>
          <a:bodyPr>
            <a:normAutofit/>
          </a:bodyPr>
          <a:lstStyle/>
          <a:p>
            <a:r>
              <a:rPr lang="x-none" sz="2800" kern="180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 (Entity Relationship) Diagram in </a:t>
            </a:r>
            <a:r>
              <a:rPr lang="en-US" sz="2800" kern="180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Chen Notations</a:t>
            </a:r>
            <a:br>
              <a:rPr lang="x-none" sz="2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x-none" sz="280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F5C53C0-ABE7-A140-D2CC-862E3D2F7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389" y="2630161"/>
            <a:ext cx="4080880" cy="3546801"/>
          </a:xfrm>
        </p:spPr>
        <p:txBody>
          <a:bodyPr>
            <a:normAutofit/>
          </a:bodyPr>
          <a:lstStyle/>
          <a:p>
            <a:r>
              <a:rPr lang="en-US" sz="2000" dirty="0"/>
              <a:t>References</a:t>
            </a:r>
          </a:p>
          <a:p>
            <a:pPr lvl="1"/>
            <a:r>
              <a:rPr lang="en-US" sz="2000" dirty="0"/>
              <a:t>Modeling Using the Entity–Relationship (ER) Model (chapter 3, Fundamentals of Database Systems by </a:t>
            </a:r>
            <a:r>
              <a:rPr lang="en-US" sz="2000" dirty="0" err="1"/>
              <a:t>Elmasri</a:t>
            </a:r>
            <a:r>
              <a:rPr lang="en-US" sz="2000" dirty="0"/>
              <a:t>)</a:t>
            </a:r>
          </a:p>
          <a:p>
            <a:pPr lvl="1"/>
            <a:r>
              <a:rPr lang="en-US" sz="1600" dirty="0">
                <a:hlinkClick r:id="rId2"/>
              </a:rPr>
              <a:t>https://vertabelo.com/blog</a:t>
            </a:r>
            <a:r>
              <a:rPr lang="en-US" sz="1600">
                <a:hlinkClick r:id="rId2"/>
              </a:rPr>
              <a:t>/chen-erd-notation</a:t>
            </a:r>
            <a:endParaRPr lang="en-US" sz="1600" dirty="0"/>
          </a:p>
          <a:p>
            <a:endParaRPr lang="en-US" sz="2000" dirty="0"/>
          </a:p>
        </p:txBody>
      </p:sp>
      <p:sp>
        <p:nvSpPr>
          <p:cNvPr id="15" name="Rounded Rectangle 28">
            <a:extLst>
              <a:ext uri="{FF2B5EF4-FFF2-40B4-BE49-F238E27FC236}">
                <a16:creationId xmlns:a16="http://schemas.microsoft.com/office/drawing/2014/main" id="{A783CD55-1776-4C75-9A8F-D1179C0C7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5903" y="640091"/>
            <a:ext cx="6266120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fig03_02">
            <a:extLst>
              <a:ext uri="{FF2B5EF4-FFF2-40B4-BE49-F238E27FC236}">
                <a16:creationId xmlns:a16="http://schemas.microsoft.com/office/drawing/2014/main" id="{33EDF9CF-CA5E-E127-8D1B-D465C0264F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8348"/>
          <a:stretch/>
        </p:blipFill>
        <p:spPr bwMode="auto">
          <a:xfrm>
            <a:off x="5441735" y="804672"/>
            <a:ext cx="5934456" cy="5248656"/>
          </a:xfrm>
          <a:prstGeom prst="rect">
            <a:avLst/>
          </a:prstGeom>
          <a:noFill/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7665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94268-31C3-C15D-5565-C553C93F4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</a:t>
            </a:r>
            <a:r>
              <a:rPr lang="en-US" dirty="0" err="1"/>
              <a:t>min,max</a:t>
            </a:r>
            <a:r>
              <a:rPr lang="en-US" dirty="0"/>
              <a:t>) notation</a:t>
            </a:r>
            <a:endParaRPr lang="x-none" dirty="0"/>
          </a:p>
        </p:txBody>
      </p:sp>
      <p:pic>
        <p:nvPicPr>
          <p:cNvPr id="4" name="Content Placeholder 3" descr="Slide3-40">
            <a:extLst>
              <a:ext uri="{FF2B5EF4-FFF2-40B4-BE49-F238E27FC236}">
                <a16:creationId xmlns:a16="http://schemas.microsoft.com/office/drawing/2014/main" id="{C27BA82C-4166-D86B-7C26-72D6B793B3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480" y="1690688"/>
            <a:ext cx="8258175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F0D233-43DF-83FA-E07C-F6B7646D6145}"/>
              </a:ext>
            </a:extLst>
          </p:cNvPr>
          <p:cNvSpPr txBox="1"/>
          <p:nvPr/>
        </p:nvSpPr>
        <p:spPr>
          <a:xfrm>
            <a:off x="2037480" y="5051210"/>
            <a:ext cx="6097554" cy="768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78359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Read the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min,max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numbers next to the entity type and</a:t>
            </a:r>
            <a:endParaRPr lang="x-none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looking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away from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entity type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165144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B20E6-A904-1A13-8BB4-99C0FFBF4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4085665" cy="1402470"/>
          </a:xfrm>
        </p:spPr>
        <p:txBody>
          <a:bodyPr anchor="t">
            <a:normAutofit/>
          </a:bodyPr>
          <a:lstStyle/>
          <a:p>
            <a:r>
              <a:rPr lang="en-US" sz="3000" dirty="0"/>
              <a:t>ER Diagram for company using min-max notation and role names</a:t>
            </a:r>
            <a:endParaRPr lang="x-none" sz="3000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ontent Placeholder 8">
            <a:extLst>
              <a:ext uri="{FF2B5EF4-FFF2-40B4-BE49-F238E27FC236}">
                <a16:creationId xmlns:a16="http://schemas.microsoft.com/office/drawing/2014/main" id="{E594D74B-0D67-84FE-4A99-8902718B7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551176"/>
            <a:ext cx="4085665" cy="3591207"/>
          </a:xfrm>
        </p:spPr>
        <p:txBody>
          <a:bodyPr>
            <a:normAutofit/>
          </a:bodyPr>
          <a:lstStyle/>
          <a:p>
            <a:endParaRPr lang="en-US" sz="2000"/>
          </a:p>
        </p:txBody>
      </p:sp>
      <p:pic>
        <p:nvPicPr>
          <p:cNvPr id="5" name="Content Placeholder 4" descr="A diagram of a company&#10;&#10;Description automatically generated">
            <a:extLst>
              <a:ext uri="{FF2B5EF4-FFF2-40B4-BE49-F238E27FC236}">
                <a16:creationId xmlns:a16="http://schemas.microsoft.com/office/drawing/2014/main" id="{F9D34FA8-4BD9-CEF3-0732-05F0F4C032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" b="1709"/>
          <a:stretch/>
        </p:blipFill>
        <p:spPr>
          <a:xfrm>
            <a:off x="5650992" y="10"/>
            <a:ext cx="654100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392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8133F-0B4C-41BE-26D4-EB3CDD90E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Summary of Chen notation for ERD</a:t>
            </a:r>
            <a:endParaRPr lang="en-PK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90B1BB2-357C-CD1D-9725-C967B7F8C1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1364" y="1312363"/>
            <a:ext cx="3889272" cy="5180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245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and Minimum cardinalities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4625"/>
            <a:ext cx="10515600" cy="2111375"/>
          </a:xfrm>
        </p:spPr>
        <p:txBody>
          <a:bodyPr>
            <a:normAutofit/>
          </a:bodyPr>
          <a:lstStyle/>
          <a:p>
            <a:r>
              <a:rPr lang="en-US" dirty="0"/>
              <a:t>Maximum cardinality from ORDER to CUSTOMER is </a:t>
            </a:r>
            <a:r>
              <a:rPr lang="en-US" b="1" dirty="0"/>
              <a:t>one</a:t>
            </a:r>
            <a:r>
              <a:rPr lang="en-US" dirty="0"/>
              <a:t>.</a:t>
            </a:r>
          </a:p>
          <a:p>
            <a:r>
              <a:rPr lang="en-US" dirty="0"/>
              <a:t>Minimum cardinality from ORDER to CUSTOMER is </a:t>
            </a:r>
            <a:r>
              <a:rPr lang="en-US" b="1" dirty="0"/>
              <a:t>one</a:t>
            </a:r>
            <a:r>
              <a:rPr lang="en-US" dirty="0"/>
              <a:t>.</a:t>
            </a:r>
          </a:p>
          <a:p>
            <a:r>
              <a:rPr lang="en-US" dirty="0"/>
              <a:t>Maximum cardinality from CUSTOMER to Order is </a:t>
            </a:r>
            <a:r>
              <a:rPr lang="en-US" b="1" dirty="0"/>
              <a:t>Many</a:t>
            </a:r>
            <a:r>
              <a:rPr lang="en-US" dirty="0"/>
              <a:t>.</a:t>
            </a:r>
          </a:p>
          <a:p>
            <a:r>
              <a:rPr lang="en-US" dirty="0"/>
              <a:t>Minimum cardinality from CUSTOMER to Order is </a:t>
            </a:r>
            <a:r>
              <a:rPr lang="en-US" b="1" dirty="0"/>
              <a:t>one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" y="3835400"/>
            <a:ext cx="5801162" cy="226808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557" y="4062094"/>
            <a:ext cx="5184851" cy="1814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043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9883B-E1E2-2E9A-1181-2B0104B14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Comparison of Crow’s foot and Chen notations</a:t>
            </a:r>
            <a:endParaRPr lang="x-none" sz="4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639963-0C6B-9EDC-8424-157DAA9DE7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5786" y="1825625"/>
            <a:ext cx="6320428" cy="4351338"/>
          </a:xfrm>
        </p:spPr>
      </p:pic>
    </p:spTree>
    <p:extLst>
      <p:ext uri="{BB962C8B-B14F-4D97-AF65-F5344CB8AC3E}">
        <p14:creationId xmlns:p14="http://schemas.microsoft.com/office/powerpoint/2010/main" val="40107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Crow’s foot Notation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90900" y="1308313"/>
            <a:ext cx="5457536" cy="5422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310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Crow’s foot Notation Example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6474" y="2181480"/>
            <a:ext cx="9919052" cy="3639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682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497</TotalTime>
  <Words>135</Words>
  <Application>Microsoft Office PowerPoint</Application>
  <PresentationFormat>Widescreen</PresentationFormat>
  <Paragraphs>17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Helvetica</vt:lpstr>
      <vt:lpstr>Office Theme</vt:lpstr>
      <vt:lpstr>ER (Entity Relationship) Diagram in Chen Notations </vt:lpstr>
      <vt:lpstr>(min,max) notation</vt:lpstr>
      <vt:lpstr>ER Diagram for company using min-max notation and role names</vt:lpstr>
      <vt:lpstr>Summary of Chen notation for ERD</vt:lpstr>
      <vt:lpstr>Maximum and Minimum cardinalities</vt:lpstr>
      <vt:lpstr>Comparison of Crow’s foot and Chen notations</vt:lpstr>
      <vt:lpstr>Crow’s foot Notation</vt:lpstr>
      <vt:lpstr>Crow’s foot Notation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Shoaib M Khan</dc:creator>
  <cp:lastModifiedBy>Shoaib M Khan</cp:lastModifiedBy>
  <cp:revision>30</cp:revision>
  <dcterms:created xsi:type="dcterms:W3CDTF">2023-10-20T05:02:15Z</dcterms:created>
  <dcterms:modified xsi:type="dcterms:W3CDTF">2025-02-28T06:18:52Z</dcterms:modified>
</cp:coreProperties>
</file>