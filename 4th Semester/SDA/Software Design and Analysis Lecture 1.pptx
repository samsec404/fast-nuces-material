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BB1E-7BD0-4EDB-8B93-54C4F735030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07F15-511E-42B6-87B9-F823CFC13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9E94-90A1-4D8E-9DBA-4CBDDFEF3400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8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157B-721A-4B32-933B-37F850A0BF01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rial Black" panose="020B0A04020102020204" pitchFamily="34" charset="0"/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483F-910E-4F41-8EA5-E60A08BBBDEA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9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82A-2D5E-47FD-9E3D-CAC8500BCB56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6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0E86-D13F-4C1E-BF6D-69D2CC69AC5D}" type="datetime1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6ED9-6E5B-40D1-A641-CD88D8E1F14F}" type="datetime1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6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113-0E2E-4331-BAD3-4FEE8D872057}" type="datetime1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2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E413-A667-4ACC-8054-065E23D8A533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523-65B9-42AE-A752-FECD55F4A714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C544-0A88-4771-91D8-7B5B1B065B47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1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0C45-A6FE-4B6C-BB3C-31DFE35EAD46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DB53-32E3-4E44-A94E-06B443D84359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1600"/>
            <a:ext cx="4114800" cy="26987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56A2-C75C-4055-B942-4543DDA5E96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Half Frame 6"/>
          <p:cNvSpPr/>
          <p:nvPr userDrawn="1"/>
        </p:nvSpPr>
        <p:spPr>
          <a:xfrm>
            <a:off x="0" y="0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 userDrawn="1"/>
        </p:nvSpPr>
        <p:spPr>
          <a:xfrm rot="10800000">
            <a:off x="-1" y="17232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22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and Analysis CS3004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</p:spTree>
    <p:extLst>
      <p:ext uri="{BB962C8B-B14F-4D97-AF65-F5344CB8AC3E}">
        <p14:creationId xmlns:p14="http://schemas.microsoft.com/office/powerpoint/2010/main" val="232316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Classroom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No Mobile Phone Use: Mobile phones must remain switched off or on silent mode during class. Any use of phones for calls, messaging, or browsing is strictly prohibited.</a:t>
            </a:r>
          </a:p>
          <a:p>
            <a:r>
              <a:rPr lang="en-GB" dirty="0"/>
              <a:t>Punctuality: Students arriving more than 7 minutes late will not be marked present for that session. Consistent punctuality is expected.</a:t>
            </a:r>
          </a:p>
          <a:p>
            <a:r>
              <a:rPr lang="en-GB" dirty="0"/>
              <a:t>Attendance: Students must maintain the required attendance percentage set by the university. No attendance shortage will be excused.</a:t>
            </a:r>
          </a:p>
          <a:p>
            <a:r>
              <a:rPr lang="en-GB" dirty="0"/>
              <a:t>Assessments: There will be no retake or makeup for missed quizzes, assignments, or exams unless officially approved under university policy.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5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Classroom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Classroom Conduct: Students are expected to maintain discipline. No disturbance, side conversations, or disruptive behaviour will be tolerated.</a:t>
            </a:r>
          </a:p>
          <a:p>
            <a:r>
              <a:rPr lang="en-GB" dirty="0"/>
              <a:t>Respectful Environment: Respect for peers and faculty is mandatory. Academic discussions should remain constructive and professional.</a:t>
            </a:r>
          </a:p>
          <a:p>
            <a:r>
              <a:rPr lang="en-GB" dirty="0"/>
              <a:t>Preparedness: Students should come prepared, having read assigned material and ready to participate in discussions.</a:t>
            </a:r>
          </a:p>
          <a:p>
            <a:r>
              <a:rPr lang="en-GB" dirty="0"/>
              <a:t>Academic Integrity: Plagiarism, cheating, or any form of dishonesty in assignments or exams will result in disciplinary action.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8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E9BE-872C-AFA8-A8CF-74B77EB5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7239-8954-A21D-5DD7-88087EF6F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one is supposed to sit with other section.</a:t>
            </a:r>
          </a:p>
          <a:p>
            <a:r>
              <a:rPr lang="en-US" b="1" dirty="0">
                <a:solidFill>
                  <a:srgbClr val="FFFF00"/>
                </a:solidFill>
              </a:rPr>
              <a:t>NO CHEWING OF BUBBLE</a:t>
            </a:r>
          </a:p>
          <a:p>
            <a:r>
              <a:rPr lang="en-US" dirty="0">
                <a:solidFill>
                  <a:schemeClr val="bg1"/>
                </a:solidFill>
              </a:rPr>
              <a:t>No wearing of chappals 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BE38D-7916-2401-FA53-03073294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3F14F-A441-0474-D4F7-DDDDE6CD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Class Room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 with official id only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7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you expectations or any idea of course 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59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Assessment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Sessional 1 exam : 10 %</a:t>
            </a:r>
          </a:p>
          <a:p>
            <a:r>
              <a:rPr lang="en-US" dirty="0"/>
              <a:t>Sessional 2 exam : 15 %</a:t>
            </a:r>
          </a:p>
          <a:p>
            <a:r>
              <a:rPr lang="en-US" dirty="0"/>
              <a:t>Final Exam : 50 %</a:t>
            </a:r>
          </a:p>
          <a:p>
            <a:r>
              <a:rPr lang="en-US" dirty="0"/>
              <a:t>Assignments : 6 %		[4 assignments]</a:t>
            </a:r>
          </a:p>
          <a:p>
            <a:r>
              <a:rPr lang="en-US" dirty="0"/>
              <a:t>Quizzes : 10 %			[3 quizzes]</a:t>
            </a:r>
          </a:p>
          <a:p>
            <a:r>
              <a:rPr lang="en-US" dirty="0"/>
              <a:t>Project : 7 % 			[ two phases]</a:t>
            </a:r>
          </a:p>
          <a:p>
            <a:r>
              <a:rPr lang="en-US" dirty="0"/>
              <a:t>Class participation : 2 %		[ discipline + academic 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Assessments tentative schedule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assignment before sessional 1 exam</a:t>
            </a:r>
          </a:p>
          <a:p>
            <a:r>
              <a:rPr lang="en-US" dirty="0"/>
              <a:t>2 assignments before sessional 2 exam</a:t>
            </a:r>
          </a:p>
          <a:p>
            <a:r>
              <a:rPr lang="en-US" dirty="0"/>
              <a:t>1 assignment before </a:t>
            </a:r>
          </a:p>
          <a:p>
            <a:r>
              <a:rPr lang="en-US" dirty="0"/>
              <a:t>1 quiz between each exam</a:t>
            </a:r>
          </a:p>
          <a:p>
            <a:r>
              <a:rPr lang="en-US" dirty="0"/>
              <a:t>Half project submission in 8</a:t>
            </a:r>
            <a:r>
              <a:rPr lang="en-US" baseline="30000" dirty="0"/>
              <a:t>th</a:t>
            </a:r>
            <a:r>
              <a:rPr lang="en-US" dirty="0"/>
              <a:t> week</a:t>
            </a:r>
          </a:p>
          <a:p>
            <a:r>
              <a:rPr lang="en-US" dirty="0"/>
              <a:t>Full project submission in 14</a:t>
            </a:r>
            <a:r>
              <a:rPr lang="en-US" baseline="30000" dirty="0"/>
              <a:t>th</a:t>
            </a:r>
            <a:r>
              <a:rPr lang="en-US" dirty="0"/>
              <a:t> week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61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Mentioned in course outline document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63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66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408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Software Design and Analysis CS3004</vt:lpstr>
      <vt:lpstr>Lecture 1</vt:lpstr>
      <vt:lpstr>Classroom Expectations</vt:lpstr>
      <vt:lpstr>Classroom Expectations</vt:lpstr>
      <vt:lpstr>PowerPoint Presentation</vt:lpstr>
      <vt:lpstr>Google Class Room </vt:lpstr>
      <vt:lpstr>Course Overview</vt:lpstr>
      <vt:lpstr>Tentative Assessment Policy</vt:lpstr>
      <vt:lpstr>Assessments tentative schedule </vt:lpstr>
      <vt:lpstr>Books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9410</dc:creator>
  <cp:lastModifiedBy>omar haroon</cp:lastModifiedBy>
  <cp:revision>12</cp:revision>
  <dcterms:created xsi:type="dcterms:W3CDTF">2026-01-16T05:01:57Z</dcterms:created>
  <dcterms:modified xsi:type="dcterms:W3CDTF">2026-01-23T08:51:17Z</dcterms:modified>
</cp:coreProperties>
</file>