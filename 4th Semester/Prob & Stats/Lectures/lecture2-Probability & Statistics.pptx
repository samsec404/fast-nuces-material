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47"/>
  </p:notesMasterIdLst>
  <p:sldIdLst>
    <p:sldId id="300" r:id="rId2"/>
    <p:sldId id="316" r:id="rId3"/>
    <p:sldId id="317" r:id="rId4"/>
    <p:sldId id="318" r:id="rId5"/>
    <p:sldId id="319" r:id="rId6"/>
    <p:sldId id="320" r:id="rId7"/>
    <p:sldId id="321" r:id="rId8"/>
    <p:sldId id="256" r:id="rId9"/>
    <p:sldId id="315" r:id="rId10"/>
    <p:sldId id="260" r:id="rId11"/>
    <p:sldId id="301" r:id="rId12"/>
    <p:sldId id="302" r:id="rId13"/>
    <p:sldId id="303" r:id="rId14"/>
    <p:sldId id="304" r:id="rId15"/>
    <p:sldId id="305" r:id="rId16"/>
    <p:sldId id="307" r:id="rId17"/>
    <p:sldId id="308" r:id="rId18"/>
    <p:sldId id="340" r:id="rId19"/>
    <p:sldId id="341" r:id="rId20"/>
    <p:sldId id="342" r:id="rId21"/>
    <p:sldId id="343" r:id="rId22"/>
    <p:sldId id="344" r:id="rId23"/>
    <p:sldId id="345" r:id="rId24"/>
    <p:sldId id="311" r:id="rId25"/>
    <p:sldId id="331" r:id="rId26"/>
    <p:sldId id="310" r:id="rId27"/>
    <p:sldId id="313" r:id="rId28"/>
    <p:sldId id="314" r:id="rId29"/>
    <p:sldId id="312" r:id="rId30"/>
    <p:sldId id="322" r:id="rId31"/>
    <p:sldId id="323" r:id="rId32"/>
    <p:sldId id="325" r:id="rId33"/>
    <p:sldId id="326" r:id="rId34"/>
    <p:sldId id="327" r:id="rId35"/>
    <p:sldId id="328" r:id="rId36"/>
    <p:sldId id="329" r:id="rId37"/>
    <p:sldId id="330" r:id="rId38"/>
    <p:sldId id="334" r:id="rId39"/>
    <p:sldId id="333" r:id="rId40"/>
    <p:sldId id="332" r:id="rId41"/>
    <p:sldId id="335" r:id="rId42"/>
    <p:sldId id="336" r:id="rId43"/>
    <p:sldId id="337" r:id="rId44"/>
    <p:sldId id="338" r:id="rId45"/>
    <p:sldId id="339" r:id="rId46"/>
  </p:sldIdLst>
  <p:sldSz cx="9144000" cy="5143500" type="screen16x9"/>
  <p:notesSz cx="6858000" cy="9144000"/>
  <p:embeddedFontLst>
    <p:embeddedFont>
      <p:font typeface="Barlow" panose="00000500000000000000" pitchFamily="2" charset="0"/>
      <p:regular r:id="rId48"/>
      <p:bold r:id="rId49"/>
      <p:italic r:id="rId50"/>
      <p:boldItalic r:id="rId51"/>
    </p:embeddedFont>
    <p:embeddedFont>
      <p:font typeface="Cambria Math" panose="02040503050406030204" pitchFamily="18" charset="0"/>
      <p:regular r:id="rId52"/>
    </p:embeddedFont>
    <p:embeddedFont>
      <p:font typeface="Raleway" pitchFamily="2" charset="0"/>
      <p:regular r:id="rId53"/>
      <p:bold r:id="rId54"/>
      <p:italic r:id="rId55"/>
      <p:boldItalic r:id="rId56"/>
    </p:embeddedFont>
    <p:embeddedFont>
      <p:font typeface="Verdana" panose="020B0604030504040204" pitchFamily="34" charset="0"/>
      <p:regular r:id="rId57"/>
      <p:bold r:id="rId58"/>
      <p:italic r:id="rId59"/>
      <p:boldItalic r:id="rId6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6E5E7A4-48ED-47CE-8D46-8429B8046BA1}">
  <a:tblStyle styleId="{C6E5E7A4-48ED-47CE-8D46-8429B8046BA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66B5351-763E-464B-A643-6D3DA230C956}"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09" d="100"/>
          <a:sy n="109" d="100"/>
        </p:scale>
        <p:origin x="734"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font" Target="fonts/font3.fntdata"/><Relationship Id="rId55" Type="http://schemas.openxmlformats.org/officeDocument/2006/relationships/font" Target="fonts/font8.fntdata"/><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font" Target="fonts/font7.fntdata"/><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6.fntdata"/><Relationship Id="rId58"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2.fntdata"/><Relationship Id="rId57" Type="http://schemas.openxmlformats.org/officeDocument/2006/relationships/font" Target="fonts/font10.fntdata"/><Relationship Id="rId61"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5.fntdata"/><Relationship Id="rId60"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1.fntdata"/><Relationship Id="rId56" Type="http://schemas.openxmlformats.org/officeDocument/2006/relationships/font" Target="fonts/font9.fntdata"/><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4.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a:extLst>
            <a:ext uri="{FF2B5EF4-FFF2-40B4-BE49-F238E27FC236}">
              <a16:creationId xmlns:a16="http://schemas.microsoft.com/office/drawing/2014/main" id="{4F2C9D26-6E91-E8CF-AA1E-7F3842074ED6}"/>
            </a:ext>
          </a:extLst>
        </p:cNvPr>
        <p:cNvGrpSpPr/>
        <p:nvPr/>
      </p:nvGrpSpPr>
      <p:grpSpPr>
        <a:xfrm>
          <a:off x="0" y="0"/>
          <a:ext cx="0" cy="0"/>
          <a:chOff x="0" y="0"/>
          <a:chExt cx="0" cy="0"/>
        </a:xfrm>
      </p:grpSpPr>
      <p:sp>
        <p:nvSpPr>
          <p:cNvPr id="379" name="Google Shape;379;g54dda1946d_6_308:notes">
            <a:extLst>
              <a:ext uri="{FF2B5EF4-FFF2-40B4-BE49-F238E27FC236}">
                <a16:creationId xmlns:a16="http://schemas.microsoft.com/office/drawing/2014/main" id="{0352896D-5C44-CD9F-8024-BCFEAC59AC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54dda1946d_6_308:notes">
            <a:extLst>
              <a:ext uri="{FF2B5EF4-FFF2-40B4-BE49-F238E27FC236}">
                <a16:creationId xmlns:a16="http://schemas.microsoft.com/office/drawing/2014/main" id="{A6D61879-B237-4B5E-201B-B79E3C260A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17174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a:extLst>
            <a:ext uri="{FF2B5EF4-FFF2-40B4-BE49-F238E27FC236}">
              <a16:creationId xmlns:a16="http://schemas.microsoft.com/office/drawing/2014/main" id="{0E2F9E9B-0CAC-1AA6-B77F-08D65A1C1C77}"/>
            </a:ext>
          </a:extLst>
        </p:cNvPr>
        <p:cNvGrpSpPr/>
        <p:nvPr/>
      </p:nvGrpSpPr>
      <p:grpSpPr>
        <a:xfrm>
          <a:off x="0" y="0"/>
          <a:ext cx="0" cy="0"/>
          <a:chOff x="0" y="0"/>
          <a:chExt cx="0" cy="0"/>
        </a:xfrm>
      </p:grpSpPr>
      <p:sp>
        <p:nvSpPr>
          <p:cNvPr id="379" name="Google Shape;379;g54dda1946d_6_308:notes">
            <a:extLst>
              <a:ext uri="{FF2B5EF4-FFF2-40B4-BE49-F238E27FC236}">
                <a16:creationId xmlns:a16="http://schemas.microsoft.com/office/drawing/2014/main" id="{D5A0177B-52C6-240C-8C0B-57BAFEB768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54dda1946d_6_308:notes">
            <a:extLst>
              <a:ext uri="{FF2B5EF4-FFF2-40B4-BE49-F238E27FC236}">
                <a16:creationId xmlns:a16="http://schemas.microsoft.com/office/drawing/2014/main" id="{DA7D0596-BF42-ACEC-99B6-BA245319F0E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037453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a:extLst>
            <a:ext uri="{FF2B5EF4-FFF2-40B4-BE49-F238E27FC236}">
              <a16:creationId xmlns:a16="http://schemas.microsoft.com/office/drawing/2014/main" id="{EAAC0EC8-620B-CE76-6829-8A1F1D287832}"/>
            </a:ext>
          </a:extLst>
        </p:cNvPr>
        <p:cNvGrpSpPr/>
        <p:nvPr/>
      </p:nvGrpSpPr>
      <p:grpSpPr>
        <a:xfrm>
          <a:off x="0" y="0"/>
          <a:ext cx="0" cy="0"/>
          <a:chOff x="0" y="0"/>
          <a:chExt cx="0" cy="0"/>
        </a:xfrm>
      </p:grpSpPr>
      <p:sp>
        <p:nvSpPr>
          <p:cNvPr id="379" name="Google Shape;379;g54dda1946d_6_308:notes">
            <a:extLst>
              <a:ext uri="{FF2B5EF4-FFF2-40B4-BE49-F238E27FC236}">
                <a16:creationId xmlns:a16="http://schemas.microsoft.com/office/drawing/2014/main" id="{506C6AC7-83D5-2C08-EE3E-E2640AA65A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54dda1946d_6_308:notes">
            <a:extLst>
              <a:ext uri="{FF2B5EF4-FFF2-40B4-BE49-F238E27FC236}">
                <a16:creationId xmlns:a16="http://schemas.microsoft.com/office/drawing/2014/main" id="{F89AB419-BB2A-0E66-BF79-0939B29594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371485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a:extLst>
            <a:ext uri="{FF2B5EF4-FFF2-40B4-BE49-F238E27FC236}">
              <a16:creationId xmlns:a16="http://schemas.microsoft.com/office/drawing/2014/main" id="{7055546A-C63F-6498-1C29-619EBE40A84B}"/>
            </a:ext>
          </a:extLst>
        </p:cNvPr>
        <p:cNvGrpSpPr/>
        <p:nvPr/>
      </p:nvGrpSpPr>
      <p:grpSpPr>
        <a:xfrm>
          <a:off x="0" y="0"/>
          <a:ext cx="0" cy="0"/>
          <a:chOff x="0" y="0"/>
          <a:chExt cx="0" cy="0"/>
        </a:xfrm>
      </p:grpSpPr>
      <p:sp>
        <p:nvSpPr>
          <p:cNvPr id="379" name="Google Shape;379;g54dda1946d_6_308:notes">
            <a:extLst>
              <a:ext uri="{FF2B5EF4-FFF2-40B4-BE49-F238E27FC236}">
                <a16:creationId xmlns:a16="http://schemas.microsoft.com/office/drawing/2014/main" id="{92B88236-2B62-B79E-91FF-E8CD9D8B42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54dda1946d_6_308:notes">
            <a:extLst>
              <a:ext uri="{FF2B5EF4-FFF2-40B4-BE49-F238E27FC236}">
                <a16:creationId xmlns:a16="http://schemas.microsoft.com/office/drawing/2014/main" id="{21E4FA55-ACF5-E01D-C1FB-F9206F9C5BB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707727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a:extLst>
            <a:ext uri="{FF2B5EF4-FFF2-40B4-BE49-F238E27FC236}">
              <a16:creationId xmlns:a16="http://schemas.microsoft.com/office/drawing/2014/main" id="{3D84B102-26FB-96F2-11E2-2B4939FDAFF7}"/>
            </a:ext>
          </a:extLst>
        </p:cNvPr>
        <p:cNvGrpSpPr/>
        <p:nvPr/>
      </p:nvGrpSpPr>
      <p:grpSpPr>
        <a:xfrm>
          <a:off x="0" y="0"/>
          <a:ext cx="0" cy="0"/>
          <a:chOff x="0" y="0"/>
          <a:chExt cx="0" cy="0"/>
        </a:xfrm>
      </p:grpSpPr>
      <p:sp>
        <p:nvSpPr>
          <p:cNvPr id="379" name="Google Shape;379;g54dda1946d_6_308:notes">
            <a:extLst>
              <a:ext uri="{FF2B5EF4-FFF2-40B4-BE49-F238E27FC236}">
                <a16:creationId xmlns:a16="http://schemas.microsoft.com/office/drawing/2014/main" id="{5A71B948-A900-9FA3-7FA7-9654BC5F8D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54dda1946d_6_308:notes">
            <a:extLst>
              <a:ext uri="{FF2B5EF4-FFF2-40B4-BE49-F238E27FC236}">
                <a16:creationId xmlns:a16="http://schemas.microsoft.com/office/drawing/2014/main" id="{7C4060CF-D84E-25B3-CD06-BD3D0C46563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869623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a:extLst>
            <a:ext uri="{FF2B5EF4-FFF2-40B4-BE49-F238E27FC236}">
              <a16:creationId xmlns:a16="http://schemas.microsoft.com/office/drawing/2014/main" id="{9B349564-4897-09FB-07D2-6FCB3E27C63A}"/>
            </a:ext>
          </a:extLst>
        </p:cNvPr>
        <p:cNvGrpSpPr/>
        <p:nvPr/>
      </p:nvGrpSpPr>
      <p:grpSpPr>
        <a:xfrm>
          <a:off x="0" y="0"/>
          <a:ext cx="0" cy="0"/>
          <a:chOff x="0" y="0"/>
          <a:chExt cx="0" cy="0"/>
        </a:xfrm>
      </p:grpSpPr>
      <p:sp>
        <p:nvSpPr>
          <p:cNvPr id="379" name="Google Shape;379;g54dda1946d_6_308:notes">
            <a:extLst>
              <a:ext uri="{FF2B5EF4-FFF2-40B4-BE49-F238E27FC236}">
                <a16:creationId xmlns:a16="http://schemas.microsoft.com/office/drawing/2014/main" id="{EB6C5C21-01A7-BE8D-5155-D16AC2C1D9B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54dda1946d_6_308:notes">
            <a:extLst>
              <a:ext uri="{FF2B5EF4-FFF2-40B4-BE49-F238E27FC236}">
                <a16:creationId xmlns:a16="http://schemas.microsoft.com/office/drawing/2014/main" id="{7EBA3BE1-58B7-3212-700F-793F058DA0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283252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a:extLst>
            <a:ext uri="{FF2B5EF4-FFF2-40B4-BE49-F238E27FC236}">
              <a16:creationId xmlns:a16="http://schemas.microsoft.com/office/drawing/2014/main" id="{0F8BA671-7CCF-DA47-781B-054335E166C5}"/>
            </a:ext>
          </a:extLst>
        </p:cNvPr>
        <p:cNvGrpSpPr/>
        <p:nvPr/>
      </p:nvGrpSpPr>
      <p:grpSpPr>
        <a:xfrm>
          <a:off x="0" y="0"/>
          <a:ext cx="0" cy="0"/>
          <a:chOff x="0" y="0"/>
          <a:chExt cx="0" cy="0"/>
        </a:xfrm>
      </p:grpSpPr>
      <p:sp>
        <p:nvSpPr>
          <p:cNvPr id="379" name="Google Shape;379;g54dda1946d_6_308:notes">
            <a:extLst>
              <a:ext uri="{FF2B5EF4-FFF2-40B4-BE49-F238E27FC236}">
                <a16:creationId xmlns:a16="http://schemas.microsoft.com/office/drawing/2014/main" id="{D767F929-00C9-802E-9EE9-3A4E31DCF4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54dda1946d_6_308:notes">
            <a:extLst>
              <a:ext uri="{FF2B5EF4-FFF2-40B4-BE49-F238E27FC236}">
                <a16:creationId xmlns:a16="http://schemas.microsoft.com/office/drawing/2014/main" id="{A9D656FF-9371-563D-5176-CC203F944F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441726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a:extLst>
            <a:ext uri="{FF2B5EF4-FFF2-40B4-BE49-F238E27FC236}">
              <a16:creationId xmlns:a16="http://schemas.microsoft.com/office/drawing/2014/main" id="{54825D6A-285F-58F1-6518-FED13E650524}"/>
            </a:ext>
          </a:extLst>
        </p:cNvPr>
        <p:cNvGrpSpPr/>
        <p:nvPr/>
      </p:nvGrpSpPr>
      <p:grpSpPr>
        <a:xfrm>
          <a:off x="0" y="0"/>
          <a:ext cx="0" cy="0"/>
          <a:chOff x="0" y="0"/>
          <a:chExt cx="0" cy="0"/>
        </a:xfrm>
      </p:grpSpPr>
      <p:sp>
        <p:nvSpPr>
          <p:cNvPr id="379" name="Google Shape;379;g54dda1946d_6_308:notes">
            <a:extLst>
              <a:ext uri="{FF2B5EF4-FFF2-40B4-BE49-F238E27FC236}">
                <a16:creationId xmlns:a16="http://schemas.microsoft.com/office/drawing/2014/main" id="{8B207B68-534C-E244-C83E-10C62ED959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54dda1946d_6_308:notes">
            <a:extLst>
              <a:ext uri="{FF2B5EF4-FFF2-40B4-BE49-F238E27FC236}">
                <a16:creationId xmlns:a16="http://schemas.microsoft.com/office/drawing/2014/main" id="{D6363585-9C25-4B68-03C6-80EEEDC8F0B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800165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a:extLst>
            <a:ext uri="{FF2B5EF4-FFF2-40B4-BE49-F238E27FC236}">
              <a16:creationId xmlns:a16="http://schemas.microsoft.com/office/drawing/2014/main" id="{A57349AA-E919-55EE-6810-19EADD634781}"/>
            </a:ext>
          </a:extLst>
        </p:cNvPr>
        <p:cNvGrpSpPr/>
        <p:nvPr/>
      </p:nvGrpSpPr>
      <p:grpSpPr>
        <a:xfrm>
          <a:off x="0" y="0"/>
          <a:ext cx="0" cy="0"/>
          <a:chOff x="0" y="0"/>
          <a:chExt cx="0" cy="0"/>
        </a:xfrm>
      </p:grpSpPr>
      <p:sp>
        <p:nvSpPr>
          <p:cNvPr id="379" name="Google Shape;379;g54dda1946d_6_308:notes">
            <a:extLst>
              <a:ext uri="{FF2B5EF4-FFF2-40B4-BE49-F238E27FC236}">
                <a16:creationId xmlns:a16="http://schemas.microsoft.com/office/drawing/2014/main" id="{5BA25DBC-43CA-2D96-1968-1B562EA11E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54dda1946d_6_308:notes">
            <a:extLst>
              <a:ext uri="{FF2B5EF4-FFF2-40B4-BE49-F238E27FC236}">
                <a16:creationId xmlns:a16="http://schemas.microsoft.com/office/drawing/2014/main" id="{3D426E79-E9B5-7125-736B-1FDCAB51B9F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660521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a:extLst>
            <a:ext uri="{FF2B5EF4-FFF2-40B4-BE49-F238E27FC236}">
              <a16:creationId xmlns:a16="http://schemas.microsoft.com/office/drawing/2014/main" id="{3D9F5B20-C893-81C0-5F9F-9EFD74073C9F}"/>
            </a:ext>
          </a:extLst>
        </p:cNvPr>
        <p:cNvGrpSpPr/>
        <p:nvPr/>
      </p:nvGrpSpPr>
      <p:grpSpPr>
        <a:xfrm>
          <a:off x="0" y="0"/>
          <a:ext cx="0" cy="0"/>
          <a:chOff x="0" y="0"/>
          <a:chExt cx="0" cy="0"/>
        </a:xfrm>
      </p:grpSpPr>
      <p:sp>
        <p:nvSpPr>
          <p:cNvPr id="379" name="Google Shape;379;g54dda1946d_6_308:notes">
            <a:extLst>
              <a:ext uri="{FF2B5EF4-FFF2-40B4-BE49-F238E27FC236}">
                <a16:creationId xmlns:a16="http://schemas.microsoft.com/office/drawing/2014/main" id="{E6268270-8B5E-3C67-B2F9-C71754A8B23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54dda1946d_6_308:notes">
            <a:extLst>
              <a:ext uri="{FF2B5EF4-FFF2-40B4-BE49-F238E27FC236}">
                <a16:creationId xmlns:a16="http://schemas.microsoft.com/office/drawing/2014/main" id="{A34D05C2-BB13-8ECE-5623-AB939D36E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745626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a:extLst>
            <a:ext uri="{FF2B5EF4-FFF2-40B4-BE49-F238E27FC236}">
              <a16:creationId xmlns:a16="http://schemas.microsoft.com/office/drawing/2014/main" id="{85FEABB7-E067-284D-D9F6-8D402BC22C83}"/>
            </a:ext>
          </a:extLst>
        </p:cNvPr>
        <p:cNvGrpSpPr/>
        <p:nvPr/>
      </p:nvGrpSpPr>
      <p:grpSpPr>
        <a:xfrm>
          <a:off x="0" y="0"/>
          <a:ext cx="0" cy="0"/>
          <a:chOff x="0" y="0"/>
          <a:chExt cx="0" cy="0"/>
        </a:xfrm>
      </p:grpSpPr>
      <p:sp>
        <p:nvSpPr>
          <p:cNvPr id="379" name="Google Shape;379;g54dda1946d_6_308:notes">
            <a:extLst>
              <a:ext uri="{FF2B5EF4-FFF2-40B4-BE49-F238E27FC236}">
                <a16:creationId xmlns:a16="http://schemas.microsoft.com/office/drawing/2014/main" id="{469E4C27-C588-D3C0-6EC4-73BD9B2256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54dda1946d_6_308:notes">
            <a:extLst>
              <a:ext uri="{FF2B5EF4-FFF2-40B4-BE49-F238E27FC236}">
                <a16:creationId xmlns:a16="http://schemas.microsoft.com/office/drawing/2014/main" id="{3D9CD0B5-BC07-2495-FB60-55B0116152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57552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a:extLst>
            <a:ext uri="{FF2B5EF4-FFF2-40B4-BE49-F238E27FC236}">
              <a16:creationId xmlns:a16="http://schemas.microsoft.com/office/drawing/2014/main" id="{931F3B44-CF5E-CABB-5739-87E235AF23B5}"/>
            </a:ext>
          </a:extLst>
        </p:cNvPr>
        <p:cNvGrpSpPr/>
        <p:nvPr/>
      </p:nvGrpSpPr>
      <p:grpSpPr>
        <a:xfrm>
          <a:off x="0" y="0"/>
          <a:ext cx="0" cy="0"/>
          <a:chOff x="0" y="0"/>
          <a:chExt cx="0" cy="0"/>
        </a:xfrm>
      </p:grpSpPr>
      <p:sp>
        <p:nvSpPr>
          <p:cNvPr id="379" name="Google Shape;379;g54dda1946d_6_308:notes">
            <a:extLst>
              <a:ext uri="{FF2B5EF4-FFF2-40B4-BE49-F238E27FC236}">
                <a16:creationId xmlns:a16="http://schemas.microsoft.com/office/drawing/2014/main" id="{0ADF26E3-6FA7-22D4-A369-B56FF921FCE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54dda1946d_6_308:notes">
            <a:extLst>
              <a:ext uri="{FF2B5EF4-FFF2-40B4-BE49-F238E27FC236}">
                <a16:creationId xmlns:a16="http://schemas.microsoft.com/office/drawing/2014/main" id="{2B7D9EB4-BA0F-66D8-4F5A-ED909F9D9C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288233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a:extLst>
            <a:ext uri="{FF2B5EF4-FFF2-40B4-BE49-F238E27FC236}">
              <a16:creationId xmlns:a16="http://schemas.microsoft.com/office/drawing/2014/main" id="{EDD8EC50-AD32-AFFA-C8DD-F9FB465B07FB}"/>
            </a:ext>
          </a:extLst>
        </p:cNvPr>
        <p:cNvGrpSpPr/>
        <p:nvPr/>
      </p:nvGrpSpPr>
      <p:grpSpPr>
        <a:xfrm>
          <a:off x="0" y="0"/>
          <a:ext cx="0" cy="0"/>
          <a:chOff x="0" y="0"/>
          <a:chExt cx="0" cy="0"/>
        </a:xfrm>
      </p:grpSpPr>
      <p:sp>
        <p:nvSpPr>
          <p:cNvPr id="379" name="Google Shape;379;g54dda1946d_6_308:notes">
            <a:extLst>
              <a:ext uri="{FF2B5EF4-FFF2-40B4-BE49-F238E27FC236}">
                <a16:creationId xmlns:a16="http://schemas.microsoft.com/office/drawing/2014/main" id="{8679AC2D-A31A-8248-7CF1-33BC276EAA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54dda1946d_6_308:notes">
            <a:extLst>
              <a:ext uri="{FF2B5EF4-FFF2-40B4-BE49-F238E27FC236}">
                <a16:creationId xmlns:a16="http://schemas.microsoft.com/office/drawing/2014/main" id="{53584514-0790-B9B5-5212-4B74972543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260116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a:extLst>
            <a:ext uri="{FF2B5EF4-FFF2-40B4-BE49-F238E27FC236}">
              <a16:creationId xmlns:a16="http://schemas.microsoft.com/office/drawing/2014/main" id="{744C10F8-06C4-E57B-C484-9FD3B9ACE1C2}"/>
            </a:ext>
          </a:extLst>
        </p:cNvPr>
        <p:cNvGrpSpPr/>
        <p:nvPr/>
      </p:nvGrpSpPr>
      <p:grpSpPr>
        <a:xfrm>
          <a:off x="0" y="0"/>
          <a:ext cx="0" cy="0"/>
          <a:chOff x="0" y="0"/>
          <a:chExt cx="0" cy="0"/>
        </a:xfrm>
      </p:grpSpPr>
      <p:sp>
        <p:nvSpPr>
          <p:cNvPr id="379" name="Google Shape;379;g54dda1946d_6_308:notes">
            <a:extLst>
              <a:ext uri="{FF2B5EF4-FFF2-40B4-BE49-F238E27FC236}">
                <a16:creationId xmlns:a16="http://schemas.microsoft.com/office/drawing/2014/main" id="{01D2059F-21F2-55F4-EC65-4A53C39442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54dda1946d_6_308:notes">
            <a:extLst>
              <a:ext uri="{FF2B5EF4-FFF2-40B4-BE49-F238E27FC236}">
                <a16:creationId xmlns:a16="http://schemas.microsoft.com/office/drawing/2014/main" id="{5687DA9E-041D-56FC-CF42-F4201C8BBF6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515171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a:extLst>
            <a:ext uri="{FF2B5EF4-FFF2-40B4-BE49-F238E27FC236}">
              <a16:creationId xmlns:a16="http://schemas.microsoft.com/office/drawing/2014/main" id="{0A34BAEC-0688-77C2-F208-97708DAED71B}"/>
            </a:ext>
          </a:extLst>
        </p:cNvPr>
        <p:cNvGrpSpPr/>
        <p:nvPr/>
      </p:nvGrpSpPr>
      <p:grpSpPr>
        <a:xfrm>
          <a:off x="0" y="0"/>
          <a:ext cx="0" cy="0"/>
          <a:chOff x="0" y="0"/>
          <a:chExt cx="0" cy="0"/>
        </a:xfrm>
      </p:grpSpPr>
      <p:sp>
        <p:nvSpPr>
          <p:cNvPr id="379" name="Google Shape;379;g54dda1946d_6_308:notes">
            <a:extLst>
              <a:ext uri="{FF2B5EF4-FFF2-40B4-BE49-F238E27FC236}">
                <a16:creationId xmlns:a16="http://schemas.microsoft.com/office/drawing/2014/main" id="{2EFFC513-3CDA-F568-BEA4-0358559F30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54dda1946d_6_308:notes">
            <a:extLst>
              <a:ext uri="{FF2B5EF4-FFF2-40B4-BE49-F238E27FC236}">
                <a16:creationId xmlns:a16="http://schemas.microsoft.com/office/drawing/2014/main" id="{212BC4AB-71D2-7E49-56E2-2DADFBBAE97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196237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a:extLst>
            <a:ext uri="{FF2B5EF4-FFF2-40B4-BE49-F238E27FC236}">
              <a16:creationId xmlns:a16="http://schemas.microsoft.com/office/drawing/2014/main" id="{3E088BE1-F5A5-02EF-958D-BA247F16D027}"/>
            </a:ext>
          </a:extLst>
        </p:cNvPr>
        <p:cNvGrpSpPr/>
        <p:nvPr/>
      </p:nvGrpSpPr>
      <p:grpSpPr>
        <a:xfrm>
          <a:off x="0" y="0"/>
          <a:ext cx="0" cy="0"/>
          <a:chOff x="0" y="0"/>
          <a:chExt cx="0" cy="0"/>
        </a:xfrm>
      </p:grpSpPr>
      <p:sp>
        <p:nvSpPr>
          <p:cNvPr id="379" name="Google Shape;379;g54dda1946d_6_308:notes">
            <a:extLst>
              <a:ext uri="{FF2B5EF4-FFF2-40B4-BE49-F238E27FC236}">
                <a16:creationId xmlns:a16="http://schemas.microsoft.com/office/drawing/2014/main" id="{8235BBE8-211E-847E-D7DD-E8FCDB0E41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54dda1946d_6_308:notes">
            <a:extLst>
              <a:ext uri="{FF2B5EF4-FFF2-40B4-BE49-F238E27FC236}">
                <a16:creationId xmlns:a16="http://schemas.microsoft.com/office/drawing/2014/main" id="{3EC68294-AFD3-7857-D3BD-1EC9150A715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822082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a:extLst>
            <a:ext uri="{FF2B5EF4-FFF2-40B4-BE49-F238E27FC236}">
              <a16:creationId xmlns:a16="http://schemas.microsoft.com/office/drawing/2014/main" id="{7A963514-7EBD-014A-9365-C5EA3C74BA53}"/>
            </a:ext>
          </a:extLst>
        </p:cNvPr>
        <p:cNvGrpSpPr/>
        <p:nvPr/>
      </p:nvGrpSpPr>
      <p:grpSpPr>
        <a:xfrm>
          <a:off x="0" y="0"/>
          <a:ext cx="0" cy="0"/>
          <a:chOff x="0" y="0"/>
          <a:chExt cx="0" cy="0"/>
        </a:xfrm>
      </p:grpSpPr>
      <p:sp>
        <p:nvSpPr>
          <p:cNvPr id="379" name="Google Shape;379;g54dda1946d_6_308:notes">
            <a:extLst>
              <a:ext uri="{FF2B5EF4-FFF2-40B4-BE49-F238E27FC236}">
                <a16:creationId xmlns:a16="http://schemas.microsoft.com/office/drawing/2014/main" id="{61CCED3B-6F7C-993B-B993-D2DCCD7F46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54dda1946d_6_308:notes">
            <a:extLst>
              <a:ext uri="{FF2B5EF4-FFF2-40B4-BE49-F238E27FC236}">
                <a16:creationId xmlns:a16="http://schemas.microsoft.com/office/drawing/2014/main" id="{DF111A48-F0C4-A915-E977-F936A20454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471562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a:extLst>
            <a:ext uri="{FF2B5EF4-FFF2-40B4-BE49-F238E27FC236}">
              <a16:creationId xmlns:a16="http://schemas.microsoft.com/office/drawing/2014/main" id="{47381977-13A7-5FF1-30B9-41F545AAFB49}"/>
            </a:ext>
          </a:extLst>
        </p:cNvPr>
        <p:cNvGrpSpPr/>
        <p:nvPr/>
      </p:nvGrpSpPr>
      <p:grpSpPr>
        <a:xfrm>
          <a:off x="0" y="0"/>
          <a:ext cx="0" cy="0"/>
          <a:chOff x="0" y="0"/>
          <a:chExt cx="0" cy="0"/>
        </a:xfrm>
      </p:grpSpPr>
      <p:sp>
        <p:nvSpPr>
          <p:cNvPr id="379" name="Google Shape;379;g54dda1946d_6_308:notes">
            <a:extLst>
              <a:ext uri="{FF2B5EF4-FFF2-40B4-BE49-F238E27FC236}">
                <a16:creationId xmlns:a16="http://schemas.microsoft.com/office/drawing/2014/main" id="{07B9BD66-C817-9849-7573-D869B994F4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54dda1946d_6_308:notes">
            <a:extLst>
              <a:ext uri="{FF2B5EF4-FFF2-40B4-BE49-F238E27FC236}">
                <a16:creationId xmlns:a16="http://schemas.microsoft.com/office/drawing/2014/main" id="{2B096DA3-91AA-B935-122E-1D0ADC55E36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070646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a:extLst>
            <a:ext uri="{FF2B5EF4-FFF2-40B4-BE49-F238E27FC236}">
              <a16:creationId xmlns:a16="http://schemas.microsoft.com/office/drawing/2014/main" id="{DA383046-DCC5-B3B6-EB0E-E180FB5D41C0}"/>
            </a:ext>
          </a:extLst>
        </p:cNvPr>
        <p:cNvGrpSpPr/>
        <p:nvPr/>
      </p:nvGrpSpPr>
      <p:grpSpPr>
        <a:xfrm>
          <a:off x="0" y="0"/>
          <a:ext cx="0" cy="0"/>
          <a:chOff x="0" y="0"/>
          <a:chExt cx="0" cy="0"/>
        </a:xfrm>
      </p:grpSpPr>
      <p:sp>
        <p:nvSpPr>
          <p:cNvPr id="379" name="Google Shape;379;g54dda1946d_6_308:notes">
            <a:extLst>
              <a:ext uri="{FF2B5EF4-FFF2-40B4-BE49-F238E27FC236}">
                <a16:creationId xmlns:a16="http://schemas.microsoft.com/office/drawing/2014/main" id="{EE1DF39B-6D7D-2FAD-18D3-7604BA29E4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54dda1946d_6_308:notes">
            <a:extLst>
              <a:ext uri="{FF2B5EF4-FFF2-40B4-BE49-F238E27FC236}">
                <a16:creationId xmlns:a16="http://schemas.microsoft.com/office/drawing/2014/main" id="{7BF04076-AD77-839C-455D-34F05758266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78967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a:extLst>
            <a:ext uri="{FF2B5EF4-FFF2-40B4-BE49-F238E27FC236}">
              <a16:creationId xmlns:a16="http://schemas.microsoft.com/office/drawing/2014/main" id="{AD375384-E3C8-4AA4-7800-12E20656A7FE}"/>
            </a:ext>
          </a:extLst>
        </p:cNvPr>
        <p:cNvGrpSpPr/>
        <p:nvPr/>
      </p:nvGrpSpPr>
      <p:grpSpPr>
        <a:xfrm>
          <a:off x="0" y="0"/>
          <a:ext cx="0" cy="0"/>
          <a:chOff x="0" y="0"/>
          <a:chExt cx="0" cy="0"/>
        </a:xfrm>
      </p:grpSpPr>
      <p:sp>
        <p:nvSpPr>
          <p:cNvPr id="379" name="Google Shape;379;g54dda1946d_6_308:notes">
            <a:extLst>
              <a:ext uri="{FF2B5EF4-FFF2-40B4-BE49-F238E27FC236}">
                <a16:creationId xmlns:a16="http://schemas.microsoft.com/office/drawing/2014/main" id="{6F26F9D5-267F-E100-DE53-C98ABD66802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54dda1946d_6_308:notes">
            <a:extLst>
              <a:ext uri="{FF2B5EF4-FFF2-40B4-BE49-F238E27FC236}">
                <a16:creationId xmlns:a16="http://schemas.microsoft.com/office/drawing/2014/main" id="{00C23D4D-FF4B-0B89-B731-8C48A1A340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343501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a:extLst>
            <a:ext uri="{FF2B5EF4-FFF2-40B4-BE49-F238E27FC236}">
              <a16:creationId xmlns:a16="http://schemas.microsoft.com/office/drawing/2014/main" id="{3CD9075A-E03B-1CDA-47FF-11E0A006090B}"/>
            </a:ext>
          </a:extLst>
        </p:cNvPr>
        <p:cNvGrpSpPr/>
        <p:nvPr/>
      </p:nvGrpSpPr>
      <p:grpSpPr>
        <a:xfrm>
          <a:off x="0" y="0"/>
          <a:ext cx="0" cy="0"/>
          <a:chOff x="0" y="0"/>
          <a:chExt cx="0" cy="0"/>
        </a:xfrm>
      </p:grpSpPr>
      <p:sp>
        <p:nvSpPr>
          <p:cNvPr id="379" name="Google Shape;379;g54dda1946d_6_308:notes">
            <a:extLst>
              <a:ext uri="{FF2B5EF4-FFF2-40B4-BE49-F238E27FC236}">
                <a16:creationId xmlns:a16="http://schemas.microsoft.com/office/drawing/2014/main" id="{167875E1-CD4A-9283-C5A5-F7A2B5504C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54dda1946d_6_308:notes">
            <a:extLst>
              <a:ext uri="{FF2B5EF4-FFF2-40B4-BE49-F238E27FC236}">
                <a16:creationId xmlns:a16="http://schemas.microsoft.com/office/drawing/2014/main" id="{16A361C6-C7E8-7A10-D732-181EFFC076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402595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a:extLst>
            <a:ext uri="{FF2B5EF4-FFF2-40B4-BE49-F238E27FC236}">
              <a16:creationId xmlns:a16="http://schemas.microsoft.com/office/drawing/2014/main" id="{6C5981FF-C238-63C6-5AE4-80133E82450A}"/>
            </a:ext>
          </a:extLst>
        </p:cNvPr>
        <p:cNvGrpSpPr/>
        <p:nvPr/>
      </p:nvGrpSpPr>
      <p:grpSpPr>
        <a:xfrm>
          <a:off x="0" y="0"/>
          <a:ext cx="0" cy="0"/>
          <a:chOff x="0" y="0"/>
          <a:chExt cx="0" cy="0"/>
        </a:xfrm>
      </p:grpSpPr>
      <p:sp>
        <p:nvSpPr>
          <p:cNvPr id="379" name="Google Shape;379;g54dda1946d_6_308:notes">
            <a:extLst>
              <a:ext uri="{FF2B5EF4-FFF2-40B4-BE49-F238E27FC236}">
                <a16:creationId xmlns:a16="http://schemas.microsoft.com/office/drawing/2014/main" id="{0A2E8B7D-1E75-066F-0A08-B61EF16993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54dda1946d_6_308:notes">
            <a:extLst>
              <a:ext uri="{FF2B5EF4-FFF2-40B4-BE49-F238E27FC236}">
                <a16:creationId xmlns:a16="http://schemas.microsoft.com/office/drawing/2014/main" id="{2F091ECE-3D64-C05D-01FE-EA516BED208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411996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a:extLst>
            <a:ext uri="{FF2B5EF4-FFF2-40B4-BE49-F238E27FC236}">
              <a16:creationId xmlns:a16="http://schemas.microsoft.com/office/drawing/2014/main" id="{C307B5CA-62A0-79A7-8A61-0B7E211C1B1E}"/>
            </a:ext>
          </a:extLst>
        </p:cNvPr>
        <p:cNvGrpSpPr/>
        <p:nvPr/>
      </p:nvGrpSpPr>
      <p:grpSpPr>
        <a:xfrm>
          <a:off x="0" y="0"/>
          <a:ext cx="0" cy="0"/>
          <a:chOff x="0" y="0"/>
          <a:chExt cx="0" cy="0"/>
        </a:xfrm>
      </p:grpSpPr>
      <p:sp>
        <p:nvSpPr>
          <p:cNvPr id="379" name="Google Shape;379;g54dda1946d_6_308:notes">
            <a:extLst>
              <a:ext uri="{FF2B5EF4-FFF2-40B4-BE49-F238E27FC236}">
                <a16:creationId xmlns:a16="http://schemas.microsoft.com/office/drawing/2014/main" id="{AE00D35E-03FA-193F-1069-1BEE91AC74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54dda1946d_6_308:notes">
            <a:extLst>
              <a:ext uri="{FF2B5EF4-FFF2-40B4-BE49-F238E27FC236}">
                <a16:creationId xmlns:a16="http://schemas.microsoft.com/office/drawing/2014/main" id="{D1AD8B38-40CB-45BC-54B7-0748D83D83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97866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a:extLst>
            <a:ext uri="{FF2B5EF4-FFF2-40B4-BE49-F238E27FC236}">
              <a16:creationId xmlns:a16="http://schemas.microsoft.com/office/drawing/2014/main" id="{C3D66AF7-3D02-DF72-54EC-11C4537F4E29}"/>
            </a:ext>
          </a:extLst>
        </p:cNvPr>
        <p:cNvGrpSpPr/>
        <p:nvPr/>
      </p:nvGrpSpPr>
      <p:grpSpPr>
        <a:xfrm>
          <a:off x="0" y="0"/>
          <a:ext cx="0" cy="0"/>
          <a:chOff x="0" y="0"/>
          <a:chExt cx="0" cy="0"/>
        </a:xfrm>
      </p:grpSpPr>
      <p:sp>
        <p:nvSpPr>
          <p:cNvPr id="379" name="Google Shape;379;g54dda1946d_6_308:notes">
            <a:extLst>
              <a:ext uri="{FF2B5EF4-FFF2-40B4-BE49-F238E27FC236}">
                <a16:creationId xmlns:a16="http://schemas.microsoft.com/office/drawing/2014/main" id="{80302541-F61D-BDFB-CB79-1B4DC30EE2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54dda1946d_6_308:notes">
            <a:extLst>
              <a:ext uri="{FF2B5EF4-FFF2-40B4-BE49-F238E27FC236}">
                <a16:creationId xmlns:a16="http://schemas.microsoft.com/office/drawing/2014/main" id="{9DC9E31B-9A25-DF41-3870-43714D1AD94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180515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a:extLst>
            <a:ext uri="{FF2B5EF4-FFF2-40B4-BE49-F238E27FC236}">
              <a16:creationId xmlns:a16="http://schemas.microsoft.com/office/drawing/2014/main" id="{79283393-BAB9-889A-E398-0068C344C8B1}"/>
            </a:ext>
          </a:extLst>
        </p:cNvPr>
        <p:cNvGrpSpPr/>
        <p:nvPr/>
      </p:nvGrpSpPr>
      <p:grpSpPr>
        <a:xfrm>
          <a:off x="0" y="0"/>
          <a:ext cx="0" cy="0"/>
          <a:chOff x="0" y="0"/>
          <a:chExt cx="0" cy="0"/>
        </a:xfrm>
      </p:grpSpPr>
      <p:sp>
        <p:nvSpPr>
          <p:cNvPr id="379" name="Google Shape;379;g54dda1946d_6_308:notes">
            <a:extLst>
              <a:ext uri="{FF2B5EF4-FFF2-40B4-BE49-F238E27FC236}">
                <a16:creationId xmlns:a16="http://schemas.microsoft.com/office/drawing/2014/main" id="{FE86DC8A-77E1-BE50-E0CD-A22D64A67B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54dda1946d_6_308:notes">
            <a:extLst>
              <a:ext uri="{FF2B5EF4-FFF2-40B4-BE49-F238E27FC236}">
                <a16:creationId xmlns:a16="http://schemas.microsoft.com/office/drawing/2014/main" id="{7C30A307-CF3B-6049-3E20-36B0F53D069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090373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a:extLst>
            <a:ext uri="{FF2B5EF4-FFF2-40B4-BE49-F238E27FC236}">
              <a16:creationId xmlns:a16="http://schemas.microsoft.com/office/drawing/2014/main" id="{80074456-D4F7-CC9F-74D2-1A69CD14CD49}"/>
            </a:ext>
          </a:extLst>
        </p:cNvPr>
        <p:cNvGrpSpPr/>
        <p:nvPr/>
      </p:nvGrpSpPr>
      <p:grpSpPr>
        <a:xfrm>
          <a:off x="0" y="0"/>
          <a:ext cx="0" cy="0"/>
          <a:chOff x="0" y="0"/>
          <a:chExt cx="0" cy="0"/>
        </a:xfrm>
      </p:grpSpPr>
      <p:sp>
        <p:nvSpPr>
          <p:cNvPr id="379" name="Google Shape;379;g54dda1946d_6_308:notes">
            <a:extLst>
              <a:ext uri="{FF2B5EF4-FFF2-40B4-BE49-F238E27FC236}">
                <a16:creationId xmlns:a16="http://schemas.microsoft.com/office/drawing/2014/main" id="{9E698875-95B4-D040-3A49-28054B8D9F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54dda1946d_6_308:notes">
            <a:extLst>
              <a:ext uri="{FF2B5EF4-FFF2-40B4-BE49-F238E27FC236}">
                <a16:creationId xmlns:a16="http://schemas.microsoft.com/office/drawing/2014/main" id="{55B32ECD-E147-7EC3-3A9B-EA8401D2E25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42790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a:extLst>
            <a:ext uri="{FF2B5EF4-FFF2-40B4-BE49-F238E27FC236}">
              <a16:creationId xmlns:a16="http://schemas.microsoft.com/office/drawing/2014/main" id="{C98AFB92-DD53-FE50-A020-58A090E3CB3F}"/>
            </a:ext>
          </a:extLst>
        </p:cNvPr>
        <p:cNvGrpSpPr/>
        <p:nvPr/>
      </p:nvGrpSpPr>
      <p:grpSpPr>
        <a:xfrm>
          <a:off x="0" y="0"/>
          <a:ext cx="0" cy="0"/>
          <a:chOff x="0" y="0"/>
          <a:chExt cx="0" cy="0"/>
        </a:xfrm>
      </p:grpSpPr>
      <p:sp>
        <p:nvSpPr>
          <p:cNvPr id="379" name="Google Shape;379;g54dda1946d_6_308:notes">
            <a:extLst>
              <a:ext uri="{FF2B5EF4-FFF2-40B4-BE49-F238E27FC236}">
                <a16:creationId xmlns:a16="http://schemas.microsoft.com/office/drawing/2014/main" id="{563EF15C-28F1-9E0A-6ED8-50E36140B86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54dda1946d_6_308:notes">
            <a:extLst>
              <a:ext uri="{FF2B5EF4-FFF2-40B4-BE49-F238E27FC236}">
                <a16:creationId xmlns:a16="http://schemas.microsoft.com/office/drawing/2014/main" id="{5D044029-9F52-5AEF-71D9-09E27579BBD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0512865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a:extLst>
            <a:ext uri="{FF2B5EF4-FFF2-40B4-BE49-F238E27FC236}">
              <a16:creationId xmlns:a16="http://schemas.microsoft.com/office/drawing/2014/main" id="{7E844E43-04D6-A435-78E3-D5A2758E76AF}"/>
            </a:ext>
          </a:extLst>
        </p:cNvPr>
        <p:cNvGrpSpPr/>
        <p:nvPr/>
      </p:nvGrpSpPr>
      <p:grpSpPr>
        <a:xfrm>
          <a:off x="0" y="0"/>
          <a:ext cx="0" cy="0"/>
          <a:chOff x="0" y="0"/>
          <a:chExt cx="0" cy="0"/>
        </a:xfrm>
      </p:grpSpPr>
      <p:sp>
        <p:nvSpPr>
          <p:cNvPr id="379" name="Google Shape;379;g54dda1946d_6_308:notes">
            <a:extLst>
              <a:ext uri="{FF2B5EF4-FFF2-40B4-BE49-F238E27FC236}">
                <a16:creationId xmlns:a16="http://schemas.microsoft.com/office/drawing/2014/main" id="{BC69510E-C0E9-5161-77F6-658152F502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54dda1946d_6_308:notes">
            <a:extLst>
              <a:ext uri="{FF2B5EF4-FFF2-40B4-BE49-F238E27FC236}">
                <a16:creationId xmlns:a16="http://schemas.microsoft.com/office/drawing/2014/main" id="{DE7D1CE7-C7FA-21B9-5B3A-BAC27B825F2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97124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a:extLst>
            <a:ext uri="{FF2B5EF4-FFF2-40B4-BE49-F238E27FC236}">
              <a16:creationId xmlns:a16="http://schemas.microsoft.com/office/drawing/2014/main" id="{AA479C3F-0221-BE4F-557D-F480F7CDDEC3}"/>
            </a:ext>
          </a:extLst>
        </p:cNvPr>
        <p:cNvGrpSpPr/>
        <p:nvPr/>
      </p:nvGrpSpPr>
      <p:grpSpPr>
        <a:xfrm>
          <a:off x="0" y="0"/>
          <a:ext cx="0" cy="0"/>
          <a:chOff x="0" y="0"/>
          <a:chExt cx="0" cy="0"/>
        </a:xfrm>
      </p:grpSpPr>
      <p:sp>
        <p:nvSpPr>
          <p:cNvPr id="379" name="Google Shape;379;g54dda1946d_6_308:notes">
            <a:extLst>
              <a:ext uri="{FF2B5EF4-FFF2-40B4-BE49-F238E27FC236}">
                <a16:creationId xmlns:a16="http://schemas.microsoft.com/office/drawing/2014/main" id="{7B151D8D-A189-8FB1-68FC-175BF2CB9E1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54dda1946d_6_308:notes">
            <a:extLst>
              <a:ext uri="{FF2B5EF4-FFF2-40B4-BE49-F238E27FC236}">
                <a16:creationId xmlns:a16="http://schemas.microsoft.com/office/drawing/2014/main" id="{71C936F0-2DC5-F9B3-4083-5DC0FF6EF6D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584385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a:extLst>
            <a:ext uri="{FF2B5EF4-FFF2-40B4-BE49-F238E27FC236}">
              <a16:creationId xmlns:a16="http://schemas.microsoft.com/office/drawing/2014/main" id="{14599220-F5C5-7814-351D-DF1D2F139B81}"/>
            </a:ext>
          </a:extLst>
        </p:cNvPr>
        <p:cNvGrpSpPr/>
        <p:nvPr/>
      </p:nvGrpSpPr>
      <p:grpSpPr>
        <a:xfrm>
          <a:off x="0" y="0"/>
          <a:ext cx="0" cy="0"/>
          <a:chOff x="0" y="0"/>
          <a:chExt cx="0" cy="0"/>
        </a:xfrm>
      </p:grpSpPr>
      <p:sp>
        <p:nvSpPr>
          <p:cNvPr id="379" name="Google Shape;379;g54dda1946d_6_308:notes">
            <a:extLst>
              <a:ext uri="{FF2B5EF4-FFF2-40B4-BE49-F238E27FC236}">
                <a16:creationId xmlns:a16="http://schemas.microsoft.com/office/drawing/2014/main" id="{F67DF4BC-B5A0-CD15-D315-7D57515BC1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54dda1946d_6_308:notes">
            <a:extLst>
              <a:ext uri="{FF2B5EF4-FFF2-40B4-BE49-F238E27FC236}">
                <a16:creationId xmlns:a16="http://schemas.microsoft.com/office/drawing/2014/main" id="{A12F3BE1-B603-E891-E6FE-6459A44466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591610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a:extLst>
            <a:ext uri="{FF2B5EF4-FFF2-40B4-BE49-F238E27FC236}">
              <a16:creationId xmlns:a16="http://schemas.microsoft.com/office/drawing/2014/main" id="{98CDABA3-AD31-745E-CC41-B9FE2FB51A86}"/>
            </a:ext>
          </a:extLst>
        </p:cNvPr>
        <p:cNvGrpSpPr/>
        <p:nvPr/>
      </p:nvGrpSpPr>
      <p:grpSpPr>
        <a:xfrm>
          <a:off x="0" y="0"/>
          <a:ext cx="0" cy="0"/>
          <a:chOff x="0" y="0"/>
          <a:chExt cx="0" cy="0"/>
        </a:xfrm>
      </p:grpSpPr>
      <p:sp>
        <p:nvSpPr>
          <p:cNvPr id="379" name="Google Shape;379;g54dda1946d_6_308:notes">
            <a:extLst>
              <a:ext uri="{FF2B5EF4-FFF2-40B4-BE49-F238E27FC236}">
                <a16:creationId xmlns:a16="http://schemas.microsoft.com/office/drawing/2014/main" id="{BC1FF541-24EF-0665-4819-2AB1202818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54dda1946d_6_308:notes">
            <a:extLst>
              <a:ext uri="{FF2B5EF4-FFF2-40B4-BE49-F238E27FC236}">
                <a16:creationId xmlns:a16="http://schemas.microsoft.com/office/drawing/2014/main" id="{8B2666B8-528B-C49A-C422-84614BCC83C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4766310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a:extLst>
            <a:ext uri="{FF2B5EF4-FFF2-40B4-BE49-F238E27FC236}">
              <a16:creationId xmlns:a16="http://schemas.microsoft.com/office/drawing/2014/main" id="{6680C3C4-5335-D5CE-DAF3-8F33B448575C}"/>
            </a:ext>
          </a:extLst>
        </p:cNvPr>
        <p:cNvGrpSpPr/>
        <p:nvPr/>
      </p:nvGrpSpPr>
      <p:grpSpPr>
        <a:xfrm>
          <a:off x="0" y="0"/>
          <a:ext cx="0" cy="0"/>
          <a:chOff x="0" y="0"/>
          <a:chExt cx="0" cy="0"/>
        </a:xfrm>
      </p:grpSpPr>
      <p:sp>
        <p:nvSpPr>
          <p:cNvPr id="379" name="Google Shape;379;g54dda1946d_6_308:notes">
            <a:extLst>
              <a:ext uri="{FF2B5EF4-FFF2-40B4-BE49-F238E27FC236}">
                <a16:creationId xmlns:a16="http://schemas.microsoft.com/office/drawing/2014/main" id="{523638A5-EA07-4C64-41DA-5CFFC8AC69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54dda1946d_6_308:notes">
            <a:extLst>
              <a:ext uri="{FF2B5EF4-FFF2-40B4-BE49-F238E27FC236}">
                <a16:creationId xmlns:a16="http://schemas.microsoft.com/office/drawing/2014/main" id="{8F2A1506-2CAD-402F-923E-D98EE84647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1307571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a:extLst>
            <a:ext uri="{FF2B5EF4-FFF2-40B4-BE49-F238E27FC236}">
              <a16:creationId xmlns:a16="http://schemas.microsoft.com/office/drawing/2014/main" id="{76C3409C-CB84-270C-C74F-3741C1C420A3}"/>
            </a:ext>
          </a:extLst>
        </p:cNvPr>
        <p:cNvGrpSpPr/>
        <p:nvPr/>
      </p:nvGrpSpPr>
      <p:grpSpPr>
        <a:xfrm>
          <a:off x="0" y="0"/>
          <a:ext cx="0" cy="0"/>
          <a:chOff x="0" y="0"/>
          <a:chExt cx="0" cy="0"/>
        </a:xfrm>
      </p:grpSpPr>
      <p:sp>
        <p:nvSpPr>
          <p:cNvPr id="379" name="Google Shape;379;g54dda1946d_6_308:notes">
            <a:extLst>
              <a:ext uri="{FF2B5EF4-FFF2-40B4-BE49-F238E27FC236}">
                <a16:creationId xmlns:a16="http://schemas.microsoft.com/office/drawing/2014/main" id="{B8C82774-BEA5-B52B-74A3-57FC033FFF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54dda1946d_6_308:notes">
            <a:extLst>
              <a:ext uri="{FF2B5EF4-FFF2-40B4-BE49-F238E27FC236}">
                <a16:creationId xmlns:a16="http://schemas.microsoft.com/office/drawing/2014/main" id="{8DCD4A2E-B711-9178-AF56-E18114AAD14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8029343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a:extLst>
            <a:ext uri="{FF2B5EF4-FFF2-40B4-BE49-F238E27FC236}">
              <a16:creationId xmlns:a16="http://schemas.microsoft.com/office/drawing/2014/main" id="{4D02AFD0-A2D4-37DF-4EB4-99D091EEBB93}"/>
            </a:ext>
          </a:extLst>
        </p:cNvPr>
        <p:cNvGrpSpPr/>
        <p:nvPr/>
      </p:nvGrpSpPr>
      <p:grpSpPr>
        <a:xfrm>
          <a:off x="0" y="0"/>
          <a:ext cx="0" cy="0"/>
          <a:chOff x="0" y="0"/>
          <a:chExt cx="0" cy="0"/>
        </a:xfrm>
      </p:grpSpPr>
      <p:sp>
        <p:nvSpPr>
          <p:cNvPr id="379" name="Google Shape;379;g54dda1946d_6_308:notes">
            <a:extLst>
              <a:ext uri="{FF2B5EF4-FFF2-40B4-BE49-F238E27FC236}">
                <a16:creationId xmlns:a16="http://schemas.microsoft.com/office/drawing/2014/main" id="{AF11466C-A934-14F7-A340-A674125DCF5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54dda1946d_6_308:notes">
            <a:extLst>
              <a:ext uri="{FF2B5EF4-FFF2-40B4-BE49-F238E27FC236}">
                <a16:creationId xmlns:a16="http://schemas.microsoft.com/office/drawing/2014/main" id="{1DEB60C1-45EE-34FF-2B36-10C9DC1FBA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5234392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a:extLst>
            <a:ext uri="{FF2B5EF4-FFF2-40B4-BE49-F238E27FC236}">
              <a16:creationId xmlns:a16="http://schemas.microsoft.com/office/drawing/2014/main" id="{D4EDB3CF-A450-E042-A316-E21B28F74382}"/>
            </a:ext>
          </a:extLst>
        </p:cNvPr>
        <p:cNvGrpSpPr/>
        <p:nvPr/>
      </p:nvGrpSpPr>
      <p:grpSpPr>
        <a:xfrm>
          <a:off x="0" y="0"/>
          <a:ext cx="0" cy="0"/>
          <a:chOff x="0" y="0"/>
          <a:chExt cx="0" cy="0"/>
        </a:xfrm>
      </p:grpSpPr>
      <p:sp>
        <p:nvSpPr>
          <p:cNvPr id="379" name="Google Shape;379;g54dda1946d_6_308:notes">
            <a:extLst>
              <a:ext uri="{FF2B5EF4-FFF2-40B4-BE49-F238E27FC236}">
                <a16:creationId xmlns:a16="http://schemas.microsoft.com/office/drawing/2014/main" id="{534FB1EF-5F7B-A3AD-8B20-565AD41DC5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54dda1946d_6_308:notes">
            <a:extLst>
              <a:ext uri="{FF2B5EF4-FFF2-40B4-BE49-F238E27FC236}">
                <a16:creationId xmlns:a16="http://schemas.microsoft.com/office/drawing/2014/main" id="{1715BEB0-AA90-E986-EBC4-5D3F8D5C27C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783635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a:extLst>
            <a:ext uri="{FF2B5EF4-FFF2-40B4-BE49-F238E27FC236}">
              <a16:creationId xmlns:a16="http://schemas.microsoft.com/office/drawing/2014/main" id="{C52CE4D9-0BC2-A123-50F1-A1C2379EAA5D}"/>
            </a:ext>
          </a:extLst>
        </p:cNvPr>
        <p:cNvGrpSpPr/>
        <p:nvPr/>
      </p:nvGrpSpPr>
      <p:grpSpPr>
        <a:xfrm>
          <a:off x="0" y="0"/>
          <a:ext cx="0" cy="0"/>
          <a:chOff x="0" y="0"/>
          <a:chExt cx="0" cy="0"/>
        </a:xfrm>
      </p:grpSpPr>
      <p:sp>
        <p:nvSpPr>
          <p:cNvPr id="379" name="Google Shape;379;g54dda1946d_6_308:notes">
            <a:extLst>
              <a:ext uri="{FF2B5EF4-FFF2-40B4-BE49-F238E27FC236}">
                <a16:creationId xmlns:a16="http://schemas.microsoft.com/office/drawing/2014/main" id="{3B4B7E73-D125-39A8-C2AD-BE3E77BA999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54dda1946d_6_308:notes">
            <a:extLst>
              <a:ext uri="{FF2B5EF4-FFF2-40B4-BE49-F238E27FC236}">
                <a16:creationId xmlns:a16="http://schemas.microsoft.com/office/drawing/2014/main" id="{55A79F67-642E-88FF-72E7-1A7E403DC4D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0911019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a:extLst>
            <a:ext uri="{FF2B5EF4-FFF2-40B4-BE49-F238E27FC236}">
              <a16:creationId xmlns:a16="http://schemas.microsoft.com/office/drawing/2014/main" id="{7B67A5FB-1FCB-FDDC-3026-809971FBC264}"/>
            </a:ext>
          </a:extLst>
        </p:cNvPr>
        <p:cNvGrpSpPr/>
        <p:nvPr/>
      </p:nvGrpSpPr>
      <p:grpSpPr>
        <a:xfrm>
          <a:off x="0" y="0"/>
          <a:ext cx="0" cy="0"/>
          <a:chOff x="0" y="0"/>
          <a:chExt cx="0" cy="0"/>
        </a:xfrm>
      </p:grpSpPr>
      <p:sp>
        <p:nvSpPr>
          <p:cNvPr id="379" name="Google Shape;379;g54dda1946d_6_308:notes">
            <a:extLst>
              <a:ext uri="{FF2B5EF4-FFF2-40B4-BE49-F238E27FC236}">
                <a16:creationId xmlns:a16="http://schemas.microsoft.com/office/drawing/2014/main" id="{4DC2419A-B845-DEE5-2EB4-1324BBF841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54dda1946d_6_308:notes">
            <a:extLst>
              <a:ext uri="{FF2B5EF4-FFF2-40B4-BE49-F238E27FC236}">
                <a16:creationId xmlns:a16="http://schemas.microsoft.com/office/drawing/2014/main" id="{5394A17D-0A9E-75F6-C827-FEE1B28431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5016775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mt="10000"/>
          </a:blip>
          <a:srcRect l="685" t="14241" b="2376"/>
          <a:stretch/>
        </p:blipFill>
        <p:spPr>
          <a:xfrm>
            <a:off x="-22400" y="0"/>
            <a:ext cx="9188775" cy="5143500"/>
          </a:xfrm>
          <a:prstGeom prst="rect">
            <a:avLst/>
          </a:prstGeom>
          <a:noFill/>
          <a:ln>
            <a:noFill/>
          </a:ln>
        </p:spPr>
      </p:pic>
      <p:sp>
        <p:nvSpPr>
          <p:cNvPr id="10" name="Google Shape;10;p2"/>
          <p:cNvSpPr txBox="1">
            <a:spLocks noGrp="1"/>
          </p:cNvSpPr>
          <p:nvPr>
            <p:ph type="ctrTitle"/>
          </p:nvPr>
        </p:nvSpPr>
        <p:spPr>
          <a:xfrm>
            <a:off x="713250" y="1072819"/>
            <a:ext cx="7717500" cy="23694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191919"/>
              </a:buClr>
              <a:buSzPts val="5200"/>
              <a:buNone/>
              <a:defRPr sz="7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1637700" y="3594881"/>
            <a:ext cx="5868600" cy="4758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2" name="Google Shape;12;p2"/>
          <p:cNvGrpSpPr/>
          <p:nvPr/>
        </p:nvGrpSpPr>
        <p:grpSpPr>
          <a:xfrm>
            <a:off x="-469133" y="-1100060"/>
            <a:ext cx="9613135" cy="6243558"/>
            <a:chOff x="-469133" y="-1100060"/>
            <a:chExt cx="9613135" cy="6243558"/>
          </a:xfrm>
        </p:grpSpPr>
        <p:grpSp>
          <p:nvGrpSpPr>
            <p:cNvPr id="13" name="Google Shape;13;p2"/>
            <p:cNvGrpSpPr/>
            <p:nvPr/>
          </p:nvGrpSpPr>
          <p:grpSpPr>
            <a:xfrm>
              <a:off x="8551798" y="3517557"/>
              <a:ext cx="592203" cy="1625940"/>
              <a:chOff x="8551798" y="3517557"/>
              <a:chExt cx="592203" cy="1625940"/>
            </a:xfrm>
          </p:grpSpPr>
          <p:sp>
            <p:nvSpPr>
              <p:cNvPr id="14" name="Google Shape;14;p2"/>
              <p:cNvSpPr/>
              <p:nvPr/>
            </p:nvSpPr>
            <p:spPr>
              <a:xfrm>
                <a:off x="8707031" y="3517557"/>
                <a:ext cx="436970" cy="1625940"/>
              </a:xfrm>
              <a:custGeom>
                <a:avLst/>
                <a:gdLst/>
                <a:ahLst/>
                <a:cxnLst/>
                <a:rect l="l" t="t" r="r" b="b"/>
                <a:pathLst>
                  <a:path w="201137" h="748419" extrusionOk="0">
                    <a:moveTo>
                      <a:pt x="0" y="0"/>
                    </a:moveTo>
                    <a:lnTo>
                      <a:pt x="201137" y="0"/>
                    </a:lnTo>
                    <a:lnTo>
                      <a:pt x="201137" y="748420"/>
                    </a:lnTo>
                    <a:lnTo>
                      <a:pt x="0" y="748420"/>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nvGrpSpPr>
              <p:cNvPr id="15" name="Google Shape;15;p2"/>
              <p:cNvGrpSpPr/>
              <p:nvPr/>
            </p:nvGrpSpPr>
            <p:grpSpPr>
              <a:xfrm>
                <a:off x="8551798" y="3587596"/>
                <a:ext cx="373968" cy="1468247"/>
                <a:chOff x="8428394" y="364295"/>
                <a:chExt cx="172145" cy="675895"/>
              </a:xfrm>
            </p:grpSpPr>
            <p:sp>
              <p:nvSpPr>
                <p:cNvPr id="16" name="Google Shape;16;p2"/>
                <p:cNvSpPr/>
                <p:nvPr/>
              </p:nvSpPr>
              <p:spPr>
                <a:xfrm>
                  <a:off x="8428394" y="857996"/>
                  <a:ext cx="172145" cy="182194"/>
                </a:xfrm>
                <a:custGeom>
                  <a:avLst/>
                  <a:gdLst/>
                  <a:ahLst/>
                  <a:cxnLst/>
                  <a:rect l="l" t="t" r="r" b="b"/>
                  <a:pathLst>
                    <a:path w="172145" h="182194" extrusionOk="0">
                      <a:moveTo>
                        <a:pt x="0" y="172116"/>
                      </a:moveTo>
                      <a:lnTo>
                        <a:pt x="0" y="182194"/>
                      </a:lnTo>
                      <a:lnTo>
                        <a:pt x="10200" y="182194"/>
                      </a:lnTo>
                      <a:lnTo>
                        <a:pt x="172145" y="20287"/>
                      </a:lnTo>
                      <a:lnTo>
                        <a:pt x="172145" y="0"/>
                      </a:lnTo>
                      <a:lnTo>
                        <a:pt x="0" y="172116"/>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17" name="Google Shape;17;p2"/>
                <p:cNvSpPr/>
                <p:nvPr/>
              </p:nvSpPr>
              <p:spPr>
                <a:xfrm>
                  <a:off x="8428394" y="781196"/>
                  <a:ext cx="172145" cy="192394"/>
                </a:xfrm>
                <a:custGeom>
                  <a:avLst/>
                  <a:gdLst/>
                  <a:ahLst/>
                  <a:cxnLst/>
                  <a:rect l="l" t="t" r="r" b="b"/>
                  <a:pathLst>
                    <a:path w="172145" h="192394" extrusionOk="0">
                      <a:moveTo>
                        <a:pt x="0" y="172112"/>
                      </a:moveTo>
                      <a:lnTo>
                        <a:pt x="0" y="192395"/>
                      </a:lnTo>
                      <a:lnTo>
                        <a:pt x="172145" y="20283"/>
                      </a:lnTo>
                      <a:lnTo>
                        <a:pt x="172145" y="0"/>
                      </a:lnTo>
                      <a:lnTo>
                        <a:pt x="0" y="172112"/>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18" name="Google Shape;18;p2"/>
                <p:cNvSpPr/>
                <p:nvPr/>
              </p:nvSpPr>
              <p:spPr>
                <a:xfrm>
                  <a:off x="8428394" y="704392"/>
                  <a:ext cx="172145" cy="192394"/>
                </a:xfrm>
                <a:custGeom>
                  <a:avLst/>
                  <a:gdLst/>
                  <a:ahLst/>
                  <a:cxnLst/>
                  <a:rect l="l" t="t" r="r" b="b"/>
                  <a:pathLst>
                    <a:path w="172145" h="192394" extrusionOk="0">
                      <a:moveTo>
                        <a:pt x="0" y="172112"/>
                      </a:moveTo>
                      <a:lnTo>
                        <a:pt x="0" y="192395"/>
                      </a:lnTo>
                      <a:lnTo>
                        <a:pt x="172145" y="20283"/>
                      </a:lnTo>
                      <a:lnTo>
                        <a:pt x="172145" y="0"/>
                      </a:lnTo>
                      <a:lnTo>
                        <a:pt x="0" y="172112"/>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19" name="Google Shape;19;p2"/>
                <p:cNvSpPr/>
                <p:nvPr/>
              </p:nvSpPr>
              <p:spPr>
                <a:xfrm>
                  <a:off x="8495119" y="934799"/>
                  <a:ext cx="105419" cy="105390"/>
                </a:xfrm>
                <a:custGeom>
                  <a:avLst/>
                  <a:gdLst/>
                  <a:ahLst/>
                  <a:cxnLst/>
                  <a:rect l="l" t="t" r="r" b="b"/>
                  <a:pathLst>
                    <a:path w="105419" h="105390" extrusionOk="0">
                      <a:moveTo>
                        <a:pt x="20275" y="105391"/>
                      </a:moveTo>
                      <a:lnTo>
                        <a:pt x="105420" y="20287"/>
                      </a:lnTo>
                      <a:lnTo>
                        <a:pt x="105420" y="0"/>
                      </a:lnTo>
                      <a:lnTo>
                        <a:pt x="0" y="105391"/>
                      </a:lnTo>
                      <a:lnTo>
                        <a:pt x="20275" y="105391"/>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0" name="Google Shape;20;p2"/>
                <p:cNvSpPr/>
                <p:nvPr/>
              </p:nvSpPr>
              <p:spPr>
                <a:xfrm>
                  <a:off x="8428394" y="364295"/>
                  <a:ext cx="148498" cy="148477"/>
                </a:xfrm>
                <a:custGeom>
                  <a:avLst/>
                  <a:gdLst/>
                  <a:ahLst/>
                  <a:cxnLst/>
                  <a:rect l="l" t="t" r="r" b="b"/>
                  <a:pathLst>
                    <a:path w="148498" h="148477" extrusionOk="0">
                      <a:moveTo>
                        <a:pt x="0" y="128194"/>
                      </a:moveTo>
                      <a:lnTo>
                        <a:pt x="0" y="148478"/>
                      </a:lnTo>
                      <a:lnTo>
                        <a:pt x="148499" y="0"/>
                      </a:lnTo>
                      <a:lnTo>
                        <a:pt x="128224" y="0"/>
                      </a:lnTo>
                      <a:lnTo>
                        <a:pt x="0" y="128194"/>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1" name="Google Shape;21;p2"/>
                <p:cNvSpPr/>
                <p:nvPr/>
              </p:nvSpPr>
              <p:spPr>
                <a:xfrm>
                  <a:off x="8428394" y="473981"/>
                  <a:ext cx="172145" cy="192399"/>
                </a:xfrm>
                <a:custGeom>
                  <a:avLst/>
                  <a:gdLst/>
                  <a:ahLst/>
                  <a:cxnLst/>
                  <a:rect l="l" t="t" r="r" b="b"/>
                  <a:pathLst>
                    <a:path w="172145" h="192399" extrusionOk="0">
                      <a:moveTo>
                        <a:pt x="0" y="172116"/>
                      </a:moveTo>
                      <a:lnTo>
                        <a:pt x="0" y="192399"/>
                      </a:lnTo>
                      <a:lnTo>
                        <a:pt x="172145" y="20283"/>
                      </a:lnTo>
                      <a:lnTo>
                        <a:pt x="172145" y="0"/>
                      </a:lnTo>
                      <a:lnTo>
                        <a:pt x="0" y="172116"/>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2" name="Google Shape;22;p2"/>
                <p:cNvSpPr/>
                <p:nvPr/>
              </p:nvSpPr>
              <p:spPr>
                <a:xfrm>
                  <a:off x="8428394" y="397182"/>
                  <a:ext cx="172145" cy="192394"/>
                </a:xfrm>
                <a:custGeom>
                  <a:avLst/>
                  <a:gdLst/>
                  <a:ahLst/>
                  <a:cxnLst/>
                  <a:rect l="l" t="t" r="r" b="b"/>
                  <a:pathLst>
                    <a:path w="172145" h="192394" extrusionOk="0">
                      <a:moveTo>
                        <a:pt x="0" y="172112"/>
                      </a:moveTo>
                      <a:lnTo>
                        <a:pt x="0" y="192395"/>
                      </a:lnTo>
                      <a:lnTo>
                        <a:pt x="172145" y="20283"/>
                      </a:lnTo>
                      <a:lnTo>
                        <a:pt x="172145" y="0"/>
                      </a:lnTo>
                      <a:lnTo>
                        <a:pt x="0" y="172112"/>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3" name="Google Shape;23;p2"/>
                <p:cNvSpPr/>
                <p:nvPr/>
              </p:nvSpPr>
              <p:spPr>
                <a:xfrm>
                  <a:off x="8428394" y="627589"/>
                  <a:ext cx="172145" cy="192399"/>
                </a:xfrm>
                <a:custGeom>
                  <a:avLst/>
                  <a:gdLst/>
                  <a:ahLst/>
                  <a:cxnLst/>
                  <a:rect l="l" t="t" r="r" b="b"/>
                  <a:pathLst>
                    <a:path w="172145" h="192399" extrusionOk="0">
                      <a:moveTo>
                        <a:pt x="0" y="172112"/>
                      </a:moveTo>
                      <a:lnTo>
                        <a:pt x="0" y="192399"/>
                      </a:lnTo>
                      <a:lnTo>
                        <a:pt x="172145" y="20283"/>
                      </a:lnTo>
                      <a:lnTo>
                        <a:pt x="172145" y="0"/>
                      </a:lnTo>
                      <a:lnTo>
                        <a:pt x="0" y="172112"/>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24" name="Google Shape;24;p2"/>
                <p:cNvSpPr/>
                <p:nvPr/>
              </p:nvSpPr>
              <p:spPr>
                <a:xfrm>
                  <a:off x="8428394" y="550785"/>
                  <a:ext cx="172145" cy="192399"/>
                </a:xfrm>
                <a:custGeom>
                  <a:avLst/>
                  <a:gdLst/>
                  <a:ahLst/>
                  <a:cxnLst/>
                  <a:rect l="l" t="t" r="r" b="b"/>
                  <a:pathLst>
                    <a:path w="172145" h="192399" extrusionOk="0">
                      <a:moveTo>
                        <a:pt x="0" y="172112"/>
                      </a:moveTo>
                      <a:lnTo>
                        <a:pt x="0" y="192399"/>
                      </a:lnTo>
                      <a:lnTo>
                        <a:pt x="172145" y="20283"/>
                      </a:lnTo>
                      <a:lnTo>
                        <a:pt x="172145" y="0"/>
                      </a:lnTo>
                      <a:lnTo>
                        <a:pt x="0" y="172112"/>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grpSp>
        <p:grpSp>
          <p:nvGrpSpPr>
            <p:cNvPr id="25" name="Google Shape;25;p2"/>
            <p:cNvGrpSpPr/>
            <p:nvPr/>
          </p:nvGrpSpPr>
          <p:grpSpPr>
            <a:xfrm>
              <a:off x="-469133" y="-1100060"/>
              <a:ext cx="2772436" cy="3923672"/>
              <a:chOff x="-469133" y="-1100060"/>
              <a:chExt cx="2772436" cy="3923672"/>
            </a:xfrm>
          </p:grpSpPr>
          <p:grpSp>
            <p:nvGrpSpPr>
              <p:cNvPr id="26" name="Google Shape;26;p2"/>
              <p:cNvGrpSpPr/>
              <p:nvPr/>
            </p:nvGrpSpPr>
            <p:grpSpPr>
              <a:xfrm>
                <a:off x="-469133" y="-1100060"/>
                <a:ext cx="2772436" cy="2212322"/>
                <a:chOff x="-469133" y="-1100060"/>
                <a:chExt cx="2772436" cy="2212322"/>
              </a:xfrm>
            </p:grpSpPr>
            <p:sp>
              <p:nvSpPr>
                <p:cNvPr id="27" name="Google Shape;27;p2"/>
                <p:cNvSpPr/>
                <p:nvPr/>
              </p:nvSpPr>
              <p:spPr>
                <a:xfrm>
                  <a:off x="-469133" y="-1100060"/>
                  <a:ext cx="2212322" cy="2212322"/>
                </a:xfrm>
                <a:custGeom>
                  <a:avLst/>
                  <a:gdLst/>
                  <a:ahLst/>
                  <a:cxnLst/>
                  <a:rect l="l" t="t" r="r" b="b"/>
                  <a:pathLst>
                    <a:path w="2212322" h="2212322" extrusionOk="0">
                      <a:moveTo>
                        <a:pt x="1106161" y="0"/>
                      </a:moveTo>
                      <a:cubicBezTo>
                        <a:pt x="495243" y="0"/>
                        <a:pt x="0" y="495247"/>
                        <a:pt x="0" y="1106161"/>
                      </a:cubicBezTo>
                      <a:cubicBezTo>
                        <a:pt x="0" y="1717075"/>
                        <a:pt x="495247" y="2212323"/>
                        <a:pt x="1106161" y="2212323"/>
                      </a:cubicBezTo>
                      <a:cubicBezTo>
                        <a:pt x="1717076" y="2212323"/>
                        <a:pt x="2212323" y="1717075"/>
                        <a:pt x="2212323" y="1106161"/>
                      </a:cubicBezTo>
                      <a:cubicBezTo>
                        <a:pt x="2212323" y="495247"/>
                        <a:pt x="1717080" y="0"/>
                        <a:pt x="1106161" y="0"/>
                      </a:cubicBezTo>
                      <a:close/>
                      <a:moveTo>
                        <a:pt x="1106161" y="1973473"/>
                      </a:moveTo>
                      <a:cubicBezTo>
                        <a:pt x="627163" y="1973473"/>
                        <a:pt x="238854" y="1585168"/>
                        <a:pt x="238854" y="1106165"/>
                      </a:cubicBezTo>
                      <a:cubicBezTo>
                        <a:pt x="238854" y="627164"/>
                        <a:pt x="627163" y="238858"/>
                        <a:pt x="1106161" y="238858"/>
                      </a:cubicBezTo>
                      <a:cubicBezTo>
                        <a:pt x="1585159" y="238858"/>
                        <a:pt x="1973469" y="627164"/>
                        <a:pt x="1973469" y="1106165"/>
                      </a:cubicBezTo>
                      <a:cubicBezTo>
                        <a:pt x="1973469" y="1585168"/>
                        <a:pt x="1585163" y="1973473"/>
                        <a:pt x="1106161" y="1973473"/>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nvGrpSpPr>
                <p:cNvPr id="28" name="Google Shape;28;p2"/>
                <p:cNvGrpSpPr/>
                <p:nvPr/>
              </p:nvGrpSpPr>
              <p:grpSpPr>
                <a:xfrm>
                  <a:off x="713233" y="516408"/>
                  <a:ext cx="1590069" cy="46193"/>
                  <a:chOff x="4986352" y="721135"/>
                  <a:chExt cx="1590069" cy="46193"/>
                </a:xfrm>
              </p:grpSpPr>
              <p:sp>
                <p:nvSpPr>
                  <p:cNvPr id="29" name="Google Shape;29;p2"/>
                  <p:cNvSpPr/>
                  <p:nvPr/>
                </p:nvSpPr>
                <p:spPr>
                  <a:xfrm>
                    <a:off x="4986352" y="721135"/>
                    <a:ext cx="46193" cy="46193"/>
                  </a:xfrm>
                  <a:custGeom>
                    <a:avLst/>
                    <a:gdLst/>
                    <a:ahLst/>
                    <a:cxnLst/>
                    <a:rect l="l" t="t" r="r" b="b"/>
                    <a:pathLst>
                      <a:path w="46193" h="46193" extrusionOk="0">
                        <a:moveTo>
                          <a:pt x="23095" y="0"/>
                        </a:moveTo>
                        <a:cubicBezTo>
                          <a:pt x="10340" y="0"/>
                          <a:pt x="0" y="10340"/>
                          <a:pt x="0" y="23099"/>
                        </a:cubicBezTo>
                        <a:cubicBezTo>
                          <a:pt x="0" y="35858"/>
                          <a:pt x="10340" y="46194"/>
                          <a:pt x="23095" y="46194"/>
                        </a:cubicBezTo>
                        <a:cubicBezTo>
                          <a:pt x="35850" y="46194"/>
                          <a:pt x="46193" y="35854"/>
                          <a:pt x="46193" y="23099"/>
                        </a:cubicBezTo>
                        <a:cubicBezTo>
                          <a:pt x="46193" y="10344"/>
                          <a:pt x="35854" y="0"/>
                          <a:pt x="23095"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0" name="Google Shape;30;p2"/>
                  <p:cNvSpPr/>
                  <p:nvPr/>
                </p:nvSpPr>
                <p:spPr>
                  <a:xfrm>
                    <a:off x="5126707" y="721135"/>
                    <a:ext cx="46193" cy="46193"/>
                  </a:xfrm>
                  <a:custGeom>
                    <a:avLst/>
                    <a:gdLst/>
                    <a:ahLst/>
                    <a:cxnLst/>
                    <a:rect l="l" t="t" r="r" b="b"/>
                    <a:pathLst>
                      <a:path w="46193" h="46193" extrusionOk="0">
                        <a:moveTo>
                          <a:pt x="23095" y="0"/>
                        </a:moveTo>
                        <a:cubicBezTo>
                          <a:pt x="10340" y="0"/>
                          <a:pt x="0" y="10340"/>
                          <a:pt x="0" y="23099"/>
                        </a:cubicBezTo>
                        <a:cubicBezTo>
                          <a:pt x="0" y="35858"/>
                          <a:pt x="10340" y="46194"/>
                          <a:pt x="23095" y="46194"/>
                        </a:cubicBezTo>
                        <a:cubicBezTo>
                          <a:pt x="35850" y="46194"/>
                          <a:pt x="46193" y="35854"/>
                          <a:pt x="46193" y="23099"/>
                        </a:cubicBezTo>
                        <a:cubicBezTo>
                          <a:pt x="46193" y="10344"/>
                          <a:pt x="35854" y="0"/>
                          <a:pt x="23095"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1" name="Google Shape;31;p2"/>
                  <p:cNvSpPr/>
                  <p:nvPr/>
                </p:nvSpPr>
                <p:spPr>
                  <a:xfrm>
                    <a:off x="5267058" y="721135"/>
                    <a:ext cx="46189" cy="46193"/>
                  </a:xfrm>
                  <a:custGeom>
                    <a:avLst/>
                    <a:gdLst/>
                    <a:ahLst/>
                    <a:cxnLst/>
                    <a:rect l="l" t="t" r="r" b="b"/>
                    <a:pathLst>
                      <a:path w="46189" h="46193" extrusionOk="0">
                        <a:moveTo>
                          <a:pt x="23095" y="0"/>
                        </a:moveTo>
                        <a:cubicBezTo>
                          <a:pt x="10340" y="0"/>
                          <a:pt x="0" y="10340"/>
                          <a:pt x="0" y="23099"/>
                        </a:cubicBezTo>
                        <a:cubicBezTo>
                          <a:pt x="0" y="35858"/>
                          <a:pt x="10340" y="46194"/>
                          <a:pt x="23095" y="46194"/>
                        </a:cubicBezTo>
                        <a:cubicBezTo>
                          <a:pt x="35850" y="46194"/>
                          <a:pt x="46189" y="35854"/>
                          <a:pt x="46189" y="23099"/>
                        </a:cubicBezTo>
                        <a:cubicBezTo>
                          <a:pt x="46189" y="10344"/>
                          <a:pt x="35850" y="0"/>
                          <a:pt x="23095"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2" name="Google Shape;32;p2"/>
                  <p:cNvSpPr/>
                  <p:nvPr/>
                </p:nvSpPr>
                <p:spPr>
                  <a:xfrm>
                    <a:off x="5407413" y="721135"/>
                    <a:ext cx="46189" cy="46193"/>
                  </a:xfrm>
                  <a:custGeom>
                    <a:avLst/>
                    <a:gdLst/>
                    <a:ahLst/>
                    <a:cxnLst/>
                    <a:rect l="l" t="t" r="r" b="b"/>
                    <a:pathLst>
                      <a:path w="46189" h="46193" extrusionOk="0">
                        <a:moveTo>
                          <a:pt x="23095" y="0"/>
                        </a:moveTo>
                        <a:cubicBezTo>
                          <a:pt x="10340" y="0"/>
                          <a:pt x="0" y="10340"/>
                          <a:pt x="0" y="23099"/>
                        </a:cubicBezTo>
                        <a:cubicBezTo>
                          <a:pt x="0" y="35858"/>
                          <a:pt x="10340" y="46194"/>
                          <a:pt x="23095" y="46194"/>
                        </a:cubicBezTo>
                        <a:cubicBezTo>
                          <a:pt x="35850" y="46194"/>
                          <a:pt x="46189" y="35854"/>
                          <a:pt x="46189" y="23099"/>
                        </a:cubicBezTo>
                        <a:cubicBezTo>
                          <a:pt x="46189" y="10344"/>
                          <a:pt x="35850" y="0"/>
                          <a:pt x="23095"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3" name="Google Shape;33;p2"/>
                  <p:cNvSpPr/>
                  <p:nvPr/>
                </p:nvSpPr>
                <p:spPr>
                  <a:xfrm>
                    <a:off x="5547764" y="721135"/>
                    <a:ext cx="46189" cy="46193"/>
                  </a:xfrm>
                  <a:custGeom>
                    <a:avLst/>
                    <a:gdLst/>
                    <a:ahLst/>
                    <a:cxnLst/>
                    <a:rect l="l" t="t" r="r" b="b"/>
                    <a:pathLst>
                      <a:path w="46189" h="46193" extrusionOk="0">
                        <a:moveTo>
                          <a:pt x="23095" y="0"/>
                        </a:moveTo>
                        <a:cubicBezTo>
                          <a:pt x="10340" y="0"/>
                          <a:pt x="0" y="10340"/>
                          <a:pt x="0" y="23099"/>
                        </a:cubicBezTo>
                        <a:cubicBezTo>
                          <a:pt x="0" y="35858"/>
                          <a:pt x="10340" y="46194"/>
                          <a:pt x="23095" y="46194"/>
                        </a:cubicBezTo>
                        <a:cubicBezTo>
                          <a:pt x="35850" y="46194"/>
                          <a:pt x="46189" y="35854"/>
                          <a:pt x="46189" y="23099"/>
                        </a:cubicBezTo>
                        <a:cubicBezTo>
                          <a:pt x="46189" y="10344"/>
                          <a:pt x="35850" y="0"/>
                          <a:pt x="23095"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4" name="Google Shape;34;p2"/>
                  <p:cNvSpPr/>
                  <p:nvPr/>
                </p:nvSpPr>
                <p:spPr>
                  <a:xfrm>
                    <a:off x="5688115" y="721135"/>
                    <a:ext cx="46189" cy="46193"/>
                  </a:xfrm>
                  <a:custGeom>
                    <a:avLst/>
                    <a:gdLst/>
                    <a:ahLst/>
                    <a:cxnLst/>
                    <a:rect l="l" t="t" r="r" b="b"/>
                    <a:pathLst>
                      <a:path w="46189" h="46193" extrusionOk="0">
                        <a:moveTo>
                          <a:pt x="23095" y="0"/>
                        </a:moveTo>
                        <a:cubicBezTo>
                          <a:pt x="10340" y="0"/>
                          <a:pt x="0" y="10340"/>
                          <a:pt x="0" y="23099"/>
                        </a:cubicBezTo>
                        <a:cubicBezTo>
                          <a:pt x="0" y="35858"/>
                          <a:pt x="10340" y="46194"/>
                          <a:pt x="23095" y="46194"/>
                        </a:cubicBezTo>
                        <a:cubicBezTo>
                          <a:pt x="35850" y="46194"/>
                          <a:pt x="46189" y="35854"/>
                          <a:pt x="46189" y="23099"/>
                        </a:cubicBezTo>
                        <a:cubicBezTo>
                          <a:pt x="46189" y="10344"/>
                          <a:pt x="35850" y="0"/>
                          <a:pt x="23095"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5" name="Google Shape;35;p2"/>
                  <p:cNvSpPr/>
                  <p:nvPr/>
                </p:nvSpPr>
                <p:spPr>
                  <a:xfrm>
                    <a:off x="5828470" y="721135"/>
                    <a:ext cx="46189" cy="46193"/>
                  </a:xfrm>
                  <a:custGeom>
                    <a:avLst/>
                    <a:gdLst/>
                    <a:ahLst/>
                    <a:cxnLst/>
                    <a:rect l="l" t="t" r="r" b="b"/>
                    <a:pathLst>
                      <a:path w="46189" h="46193" extrusionOk="0">
                        <a:moveTo>
                          <a:pt x="23095" y="0"/>
                        </a:moveTo>
                        <a:cubicBezTo>
                          <a:pt x="10340" y="0"/>
                          <a:pt x="0" y="10340"/>
                          <a:pt x="0" y="23099"/>
                        </a:cubicBezTo>
                        <a:cubicBezTo>
                          <a:pt x="0" y="35858"/>
                          <a:pt x="10340" y="46194"/>
                          <a:pt x="23095" y="46194"/>
                        </a:cubicBezTo>
                        <a:cubicBezTo>
                          <a:pt x="35850" y="46194"/>
                          <a:pt x="46189" y="35854"/>
                          <a:pt x="46189" y="23099"/>
                        </a:cubicBezTo>
                        <a:cubicBezTo>
                          <a:pt x="46189" y="10344"/>
                          <a:pt x="35850" y="0"/>
                          <a:pt x="23095"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6" name="Google Shape;36;p2"/>
                  <p:cNvSpPr/>
                  <p:nvPr/>
                </p:nvSpPr>
                <p:spPr>
                  <a:xfrm>
                    <a:off x="5968825" y="721135"/>
                    <a:ext cx="46189" cy="46193"/>
                  </a:xfrm>
                  <a:custGeom>
                    <a:avLst/>
                    <a:gdLst/>
                    <a:ahLst/>
                    <a:cxnLst/>
                    <a:rect l="l" t="t" r="r" b="b"/>
                    <a:pathLst>
                      <a:path w="46189" h="46193" extrusionOk="0">
                        <a:moveTo>
                          <a:pt x="23095" y="0"/>
                        </a:moveTo>
                        <a:cubicBezTo>
                          <a:pt x="10340" y="0"/>
                          <a:pt x="0" y="10340"/>
                          <a:pt x="0" y="23099"/>
                        </a:cubicBezTo>
                        <a:cubicBezTo>
                          <a:pt x="0" y="35858"/>
                          <a:pt x="10340" y="46194"/>
                          <a:pt x="23095" y="46194"/>
                        </a:cubicBezTo>
                        <a:cubicBezTo>
                          <a:pt x="35850" y="46194"/>
                          <a:pt x="46189" y="35854"/>
                          <a:pt x="46189" y="23099"/>
                        </a:cubicBezTo>
                        <a:cubicBezTo>
                          <a:pt x="46189" y="10344"/>
                          <a:pt x="35850" y="0"/>
                          <a:pt x="23095"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7" name="Google Shape;37;p2"/>
                  <p:cNvSpPr/>
                  <p:nvPr/>
                </p:nvSpPr>
                <p:spPr>
                  <a:xfrm>
                    <a:off x="6109175" y="721135"/>
                    <a:ext cx="46189" cy="46193"/>
                  </a:xfrm>
                  <a:custGeom>
                    <a:avLst/>
                    <a:gdLst/>
                    <a:ahLst/>
                    <a:cxnLst/>
                    <a:rect l="l" t="t" r="r" b="b"/>
                    <a:pathLst>
                      <a:path w="46189" h="46193" extrusionOk="0">
                        <a:moveTo>
                          <a:pt x="23095" y="0"/>
                        </a:moveTo>
                        <a:cubicBezTo>
                          <a:pt x="10340" y="0"/>
                          <a:pt x="0" y="10340"/>
                          <a:pt x="0" y="23099"/>
                        </a:cubicBezTo>
                        <a:cubicBezTo>
                          <a:pt x="0" y="35858"/>
                          <a:pt x="10340" y="46194"/>
                          <a:pt x="23095" y="46194"/>
                        </a:cubicBezTo>
                        <a:cubicBezTo>
                          <a:pt x="35850" y="46194"/>
                          <a:pt x="46189" y="35854"/>
                          <a:pt x="46189" y="23099"/>
                        </a:cubicBezTo>
                        <a:cubicBezTo>
                          <a:pt x="46189" y="10344"/>
                          <a:pt x="35850" y="0"/>
                          <a:pt x="23095"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8" name="Google Shape;38;p2"/>
                  <p:cNvSpPr/>
                  <p:nvPr/>
                </p:nvSpPr>
                <p:spPr>
                  <a:xfrm>
                    <a:off x="6249527" y="721135"/>
                    <a:ext cx="46188" cy="46193"/>
                  </a:xfrm>
                  <a:custGeom>
                    <a:avLst/>
                    <a:gdLst/>
                    <a:ahLst/>
                    <a:cxnLst/>
                    <a:rect l="l" t="t" r="r" b="b"/>
                    <a:pathLst>
                      <a:path w="46188" h="46193" extrusionOk="0">
                        <a:moveTo>
                          <a:pt x="23094" y="0"/>
                        </a:moveTo>
                        <a:cubicBezTo>
                          <a:pt x="10339" y="0"/>
                          <a:pt x="0" y="10340"/>
                          <a:pt x="0" y="23099"/>
                        </a:cubicBezTo>
                        <a:cubicBezTo>
                          <a:pt x="0" y="35858"/>
                          <a:pt x="10339" y="46194"/>
                          <a:pt x="23094" y="46194"/>
                        </a:cubicBezTo>
                        <a:cubicBezTo>
                          <a:pt x="35850" y="46194"/>
                          <a:pt x="46189" y="35854"/>
                          <a:pt x="46189" y="23099"/>
                        </a:cubicBezTo>
                        <a:cubicBezTo>
                          <a:pt x="46189" y="10344"/>
                          <a:pt x="35850" y="0"/>
                          <a:pt x="23094"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9" name="Google Shape;39;p2"/>
                  <p:cNvSpPr/>
                  <p:nvPr/>
                </p:nvSpPr>
                <p:spPr>
                  <a:xfrm>
                    <a:off x="6389881" y="721135"/>
                    <a:ext cx="46189" cy="46193"/>
                  </a:xfrm>
                  <a:custGeom>
                    <a:avLst/>
                    <a:gdLst/>
                    <a:ahLst/>
                    <a:cxnLst/>
                    <a:rect l="l" t="t" r="r" b="b"/>
                    <a:pathLst>
                      <a:path w="46189" h="46193" extrusionOk="0">
                        <a:moveTo>
                          <a:pt x="23095" y="0"/>
                        </a:moveTo>
                        <a:cubicBezTo>
                          <a:pt x="10340" y="0"/>
                          <a:pt x="0" y="10340"/>
                          <a:pt x="0" y="23099"/>
                        </a:cubicBezTo>
                        <a:cubicBezTo>
                          <a:pt x="0" y="35858"/>
                          <a:pt x="10340" y="46194"/>
                          <a:pt x="23095" y="46194"/>
                        </a:cubicBezTo>
                        <a:cubicBezTo>
                          <a:pt x="35850" y="46194"/>
                          <a:pt x="46189" y="35854"/>
                          <a:pt x="46189" y="23099"/>
                        </a:cubicBezTo>
                        <a:cubicBezTo>
                          <a:pt x="46189" y="10344"/>
                          <a:pt x="35850" y="0"/>
                          <a:pt x="23095"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40" name="Google Shape;40;p2"/>
                  <p:cNvSpPr/>
                  <p:nvPr/>
                </p:nvSpPr>
                <p:spPr>
                  <a:xfrm>
                    <a:off x="6530232" y="721135"/>
                    <a:ext cx="46189" cy="46193"/>
                  </a:xfrm>
                  <a:custGeom>
                    <a:avLst/>
                    <a:gdLst/>
                    <a:ahLst/>
                    <a:cxnLst/>
                    <a:rect l="l" t="t" r="r" b="b"/>
                    <a:pathLst>
                      <a:path w="46189" h="46193" extrusionOk="0">
                        <a:moveTo>
                          <a:pt x="23095" y="0"/>
                        </a:moveTo>
                        <a:cubicBezTo>
                          <a:pt x="10340" y="0"/>
                          <a:pt x="0" y="10340"/>
                          <a:pt x="0" y="23099"/>
                        </a:cubicBezTo>
                        <a:cubicBezTo>
                          <a:pt x="0" y="35858"/>
                          <a:pt x="10340" y="46194"/>
                          <a:pt x="23095" y="46194"/>
                        </a:cubicBezTo>
                        <a:cubicBezTo>
                          <a:pt x="35850" y="46194"/>
                          <a:pt x="46189" y="35854"/>
                          <a:pt x="46189" y="23099"/>
                        </a:cubicBezTo>
                        <a:cubicBezTo>
                          <a:pt x="46189" y="10344"/>
                          <a:pt x="35850" y="0"/>
                          <a:pt x="23095" y="0"/>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grpSp>
          <p:grpSp>
            <p:nvGrpSpPr>
              <p:cNvPr id="41" name="Google Shape;41;p2"/>
              <p:cNvGrpSpPr/>
              <p:nvPr/>
            </p:nvGrpSpPr>
            <p:grpSpPr>
              <a:xfrm>
                <a:off x="128142" y="1733347"/>
                <a:ext cx="373968" cy="1090264"/>
                <a:chOff x="6475335" y="2771458"/>
                <a:chExt cx="216079" cy="629919"/>
              </a:xfrm>
            </p:grpSpPr>
            <p:sp>
              <p:nvSpPr>
                <p:cNvPr id="42" name="Google Shape;42;p2"/>
                <p:cNvSpPr/>
                <p:nvPr/>
              </p:nvSpPr>
              <p:spPr>
                <a:xfrm>
                  <a:off x="6475335" y="2771458"/>
                  <a:ext cx="216079" cy="216079"/>
                </a:xfrm>
                <a:custGeom>
                  <a:avLst/>
                  <a:gdLst/>
                  <a:ahLst/>
                  <a:cxnLst/>
                  <a:rect l="l" t="t" r="r" b="b"/>
                  <a:pathLst>
                    <a:path w="216079" h="216079" extrusionOk="0">
                      <a:moveTo>
                        <a:pt x="216080" y="216080"/>
                      </a:moveTo>
                      <a:lnTo>
                        <a:pt x="216080" y="216080"/>
                      </a:lnTo>
                      <a:cubicBezTo>
                        <a:pt x="96741" y="216080"/>
                        <a:pt x="0" y="119339"/>
                        <a:pt x="0" y="0"/>
                      </a:cubicBezTo>
                      <a:lnTo>
                        <a:pt x="0" y="0"/>
                      </a:lnTo>
                      <a:cubicBezTo>
                        <a:pt x="119338" y="0"/>
                        <a:pt x="216080" y="96741"/>
                        <a:pt x="216080" y="216080"/>
                      </a:cubicBezTo>
                      <a:lnTo>
                        <a:pt x="216080" y="21608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43" name="Google Shape;43;p2"/>
                <p:cNvSpPr/>
                <p:nvPr/>
              </p:nvSpPr>
              <p:spPr>
                <a:xfrm>
                  <a:off x="6475335" y="2978378"/>
                  <a:ext cx="216079" cy="216079"/>
                </a:xfrm>
                <a:custGeom>
                  <a:avLst/>
                  <a:gdLst/>
                  <a:ahLst/>
                  <a:cxnLst/>
                  <a:rect l="l" t="t" r="r" b="b"/>
                  <a:pathLst>
                    <a:path w="216079" h="216079" extrusionOk="0">
                      <a:moveTo>
                        <a:pt x="216080" y="216080"/>
                      </a:moveTo>
                      <a:lnTo>
                        <a:pt x="216080" y="216080"/>
                      </a:lnTo>
                      <a:cubicBezTo>
                        <a:pt x="96741" y="216080"/>
                        <a:pt x="0" y="119339"/>
                        <a:pt x="0" y="0"/>
                      </a:cubicBezTo>
                      <a:lnTo>
                        <a:pt x="0" y="0"/>
                      </a:lnTo>
                      <a:cubicBezTo>
                        <a:pt x="119338" y="0"/>
                        <a:pt x="216080" y="96741"/>
                        <a:pt x="216080" y="216080"/>
                      </a:cubicBezTo>
                      <a:lnTo>
                        <a:pt x="216080" y="21608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44" name="Google Shape;44;p2"/>
                <p:cNvSpPr/>
                <p:nvPr/>
              </p:nvSpPr>
              <p:spPr>
                <a:xfrm>
                  <a:off x="6475335" y="3185298"/>
                  <a:ext cx="216079" cy="216079"/>
                </a:xfrm>
                <a:custGeom>
                  <a:avLst/>
                  <a:gdLst/>
                  <a:ahLst/>
                  <a:cxnLst/>
                  <a:rect l="l" t="t" r="r" b="b"/>
                  <a:pathLst>
                    <a:path w="216079" h="216079" extrusionOk="0">
                      <a:moveTo>
                        <a:pt x="216080" y="216080"/>
                      </a:moveTo>
                      <a:lnTo>
                        <a:pt x="216080" y="216080"/>
                      </a:lnTo>
                      <a:cubicBezTo>
                        <a:pt x="96741" y="216080"/>
                        <a:pt x="0" y="119339"/>
                        <a:pt x="0" y="0"/>
                      </a:cubicBezTo>
                      <a:lnTo>
                        <a:pt x="0" y="0"/>
                      </a:lnTo>
                      <a:cubicBezTo>
                        <a:pt x="119338" y="0"/>
                        <a:pt x="216080" y="96741"/>
                        <a:pt x="216080" y="216080"/>
                      </a:cubicBezTo>
                      <a:lnTo>
                        <a:pt x="216080" y="21608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5"/>
        <p:cNvGrpSpPr/>
        <p:nvPr/>
      </p:nvGrpSpPr>
      <p:grpSpPr>
        <a:xfrm>
          <a:off x="0" y="0"/>
          <a:ext cx="0" cy="0"/>
          <a:chOff x="0" y="0"/>
          <a:chExt cx="0" cy="0"/>
        </a:xfrm>
      </p:grpSpPr>
      <p:pic>
        <p:nvPicPr>
          <p:cNvPr id="46" name="Google Shape;46;p3"/>
          <p:cNvPicPr preferRelativeResize="0"/>
          <p:nvPr/>
        </p:nvPicPr>
        <p:blipFill rotWithShape="1">
          <a:blip r:embed="rId2">
            <a:alphaModFix amt="10000"/>
          </a:blip>
          <a:srcRect l="685" t="14241" b="2376"/>
          <a:stretch/>
        </p:blipFill>
        <p:spPr>
          <a:xfrm>
            <a:off x="-22400" y="0"/>
            <a:ext cx="9188775" cy="5143500"/>
          </a:xfrm>
          <a:prstGeom prst="rect">
            <a:avLst/>
          </a:prstGeom>
          <a:noFill/>
          <a:ln>
            <a:noFill/>
          </a:ln>
        </p:spPr>
      </p:pic>
      <p:sp>
        <p:nvSpPr>
          <p:cNvPr id="47" name="Google Shape;47;p3"/>
          <p:cNvSpPr txBox="1">
            <a:spLocks noGrp="1"/>
          </p:cNvSpPr>
          <p:nvPr>
            <p:ph type="title"/>
          </p:nvPr>
        </p:nvSpPr>
        <p:spPr>
          <a:xfrm>
            <a:off x="1298575" y="1911600"/>
            <a:ext cx="5369400" cy="15831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4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48" name="Google Shape;48;p3"/>
          <p:cNvSpPr txBox="1">
            <a:spLocks noGrp="1"/>
          </p:cNvSpPr>
          <p:nvPr>
            <p:ph type="title" idx="2" hasCustomPrompt="1"/>
          </p:nvPr>
        </p:nvSpPr>
        <p:spPr>
          <a:xfrm>
            <a:off x="1298575" y="995700"/>
            <a:ext cx="1652100" cy="9159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7000">
                <a:solidFill>
                  <a:schemeClr val="accen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49" name="Google Shape;49;p3"/>
          <p:cNvSpPr txBox="1">
            <a:spLocks noGrp="1"/>
          </p:cNvSpPr>
          <p:nvPr>
            <p:ph type="subTitle" idx="1"/>
          </p:nvPr>
        </p:nvSpPr>
        <p:spPr>
          <a:xfrm>
            <a:off x="1298575" y="3494700"/>
            <a:ext cx="5369400" cy="653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50" name="Google Shape;50;p3"/>
          <p:cNvGrpSpPr/>
          <p:nvPr/>
        </p:nvGrpSpPr>
        <p:grpSpPr>
          <a:xfrm>
            <a:off x="6579352" y="74668"/>
            <a:ext cx="2437010" cy="4984302"/>
            <a:chOff x="6579352" y="74668"/>
            <a:chExt cx="2437010" cy="4984302"/>
          </a:xfrm>
        </p:grpSpPr>
        <p:sp>
          <p:nvSpPr>
            <p:cNvPr id="51" name="Google Shape;51;p3"/>
            <p:cNvSpPr/>
            <p:nvPr/>
          </p:nvSpPr>
          <p:spPr>
            <a:xfrm>
              <a:off x="6579352" y="74668"/>
              <a:ext cx="1646600" cy="1646600"/>
            </a:xfrm>
            <a:custGeom>
              <a:avLst/>
              <a:gdLst/>
              <a:ahLst/>
              <a:cxnLst/>
              <a:rect l="l" t="t" r="r" b="b"/>
              <a:pathLst>
                <a:path w="909724" h="909724" extrusionOk="0">
                  <a:moveTo>
                    <a:pt x="0" y="0"/>
                  </a:moveTo>
                  <a:lnTo>
                    <a:pt x="909724" y="0"/>
                  </a:lnTo>
                  <a:lnTo>
                    <a:pt x="909724" y="909724"/>
                  </a:lnTo>
                  <a:lnTo>
                    <a:pt x="0" y="909724"/>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52" name="Google Shape;52;p3"/>
            <p:cNvSpPr/>
            <p:nvPr/>
          </p:nvSpPr>
          <p:spPr>
            <a:xfrm>
              <a:off x="6811721" y="307026"/>
              <a:ext cx="1647858" cy="1647858"/>
            </a:xfrm>
            <a:custGeom>
              <a:avLst/>
              <a:gdLst/>
              <a:ahLst/>
              <a:cxnLst/>
              <a:rect l="l" t="t" r="r" b="b"/>
              <a:pathLst>
                <a:path w="910419" h="910419" extrusionOk="0">
                  <a:moveTo>
                    <a:pt x="910419" y="910420"/>
                  </a:moveTo>
                  <a:lnTo>
                    <a:pt x="0" y="910420"/>
                  </a:lnTo>
                  <a:lnTo>
                    <a:pt x="0" y="0"/>
                  </a:lnTo>
                  <a:lnTo>
                    <a:pt x="910419" y="0"/>
                  </a:lnTo>
                  <a:lnTo>
                    <a:pt x="910419" y="910420"/>
                  </a:lnTo>
                  <a:close/>
                  <a:moveTo>
                    <a:pt x="695" y="909724"/>
                  </a:moveTo>
                  <a:lnTo>
                    <a:pt x="909724" y="909724"/>
                  </a:lnTo>
                  <a:lnTo>
                    <a:pt x="909724" y="695"/>
                  </a:lnTo>
                  <a:lnTo>
                    <a:pt x="695" y="695"/>
                  </a:lnTo>
                  <a:lnTo>
                    <a:pt x="695" y="909724"/>
                  </a:lnTo>
                  <a:close/>
                </a:path>
              </a:pathLst>
            </a:custGeom>
            <a:solidFill>
              <a:srgbClr val="2E417B"/>
            </a:solidFill>
            <a:ln w="9525"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53" name="Google Shape;53;p3"/>
            <p:cNvSpPr/>
            <p:nvPr/>
          </p:nvSpPr>
          <p:spPr>
            <a:xfrm>
              <a:off x="7909647" y="728566"/>
              <a:ext cx="1106715" cy="628827"/>
            </a:xfrm>
            <a:custGeom>
              <a:avLst/>
              <a:gdLst/>
              <a:ahLst/>
              <a:cxnLst/>
              <a:rect l="l" t="t" r="r" b="b"/>
              <a:pathLst>
                <a:path w="611445" h="347418" extrusionOk="0">
                  <a:moveTo>
                    <a:pt x="611445" y="173709"/>
                  </a:moveTo>
                  <a:cubicBezTo>
                    <a:pt x="611445" y="173709"/>
                    <a:pt x="474568" y="347419"/>
                    <a:pt x="305723" y="347419"/>
                  </a:cubicBezTo>
                  <a:cubicBezTo>
                    <a:pt x="136878" y="347419"/>
                    <a:pt x="0" y="173709"/>
                    <a:pt x="0" y="173709"/>
                  </a:cubicBezTo>
                  <a:cubicBezTo>
                    <a:pt x="0" y="173709"/>
                    <a:pt x="136878" y="0"/>
                    <a:pt x="305723" y="0"/>
                  </a:cubicBezTo>
                  <a:cubicBezTo>
                    <a:pt x="474568" y="0"/>
                    <a:pt x="611445" y="173709"/>
                    <a:pt x="611445" y="173709"/>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54" name="Google Shape;54;p3"/>
            <p:cNvSpPr/>
            <p:nvPr/>
          </p:nvSpPr>
          <p:spPr>
            <a:xfrm rot="-4599311">
              <a:off x="8357747" y="937849"/>
              <a:ext cx="211350" cy="211350"/>
            </a:xfrm>
            <a:custGeom>
              <a:avLst/>
              <a:gdLst/>
              <a:ahLst/>
              <a:cxnLst/>
              <a:rect l="l" t="t" r="r" b="b"/>
              <a:pathLst>
                <a:path w="116843" h="116843" extrusionOk="0">
                  <a:moveTo>
                    <a:pt x="116843" y="58422"/>
                  </a:moveTo>
                  <a:cubicBezTo>
                    <a:pt x="116843" y="90687"/>
                    <a:pt x="90687" y="116844"/>
                    <a:pt x="58422" y="116844"/>
                  </a:cubicBezTo>
                  <a:cubicBezTo>
                    <a:pt x="26157" y="116844"/>
                    <a:pt x="1" y="90687"/>
                    <a:pt x="1" y="58422"/>
                  </a:cubicBezTo>
                  <a:cubicBezTo>
                    <a:pt x="1" y="26157"/>
                    <a:pt x="26157" y="0"/>
                    <a:pt x="58422" y="0"/>
                  </a:cubicBezTo>
                  <a:cubicBezTo>
                    <a:pt x="90687" y="0"/>
                    <a:pt x="116843" y="26157"/>
                    <a:pt x="116843" y="5842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nvGrpSpPr>
            <p:cNvPr id="55" name="Google Shape;55;p3"/>
            <p:cNvGrpSpPr/>
            <p:nvPr/>
          </p:nvGrpSpPr>
          <p:grpSpPr>
            <a:xfrm rot="5400000">
              <a:off x="6978882" y="3568289"/>
              <a:ext cx="2903784" cy="77577"/>
              <a:chOff x="4986352" y="721135"/>
              <a:chExt cx="1590069" cy="46193"/>
            </a:xfrm>
          </p:grpSpPr>
          <p:sp>
            <p:nvSpPr>
              <p:cNvPr id="56" name="Google Shape;56;p3"/>
              <p:cNvSpPr/>
              <p:nvPr/>
            </p:nvSpPr>
            <p:spPr>
              <a:xfrm>
                <a:off x="4986352" y="721135"/>
                <a:ext cx="46193" cy="46193"/>
              </a:xfrm>
              <a:custGeom>
                <a:avLst/>
                <a:gdLst/>
                <a:ahLst/>
                <a:cxnLst/>
                <a:rect l="l" t="t" r="r" b="b"/>
                <a:pathLst>
                  <a:path w="46193" h="46193" extrusionOk="0">
                    <a:moveTo>
                      <a:pt x="23095" y="0"/>
                    </a:moveTo>
                    <a:cubicBezTo>
                      <a:pt x="10340" y="0"/>
                      <a:pt x="0" y="10340"/>
                      <a:pt x="0" y="23099"/>
                    </a:cubicBezTo>
                    <a:cubicBezTo>
                      <a:pt x="0" y="35858"/>
                      <a:pt x="10340" y="46194"/>
                      <a:pt x="23095" y="46194"/>
                    </a:cubicBezTo>
                    <a:cubicBezTo>
                      <a:pt x="35850" y="46194"/>
                      <a:pt x="46193" y="35854"/>
                      <a:pt x="46193" y="23099"/>
                    </a:cubicBezTo>
                    <a:cubicBezTo>
                      <a:pt x="46193" y="10344"/>
                      <a:pt x="35854" y="0"/>
                      <a:pt x="23095"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57" name="Google Shape;57;p3"/>
              <p:cNvSpPr/>
              <p:nvPr/>
            </p:nvSpPr>
            <p:spPr>
              <a:xfrm>
                <a:off x="5126707" y="721135"/>
                <a:ext cx="46193" cy="46193"/>
              </a:xfrm>
              <a:custGeom>
                <a:avLst/>
                <a:gdLst/>
                <a:ahLst/>
                <a:cxnLst/>
                <a:rect l="l" t="t" r="r" b="b"/>
                <a:pathLst>
                  <a:path w="46193" h="46193" extrusionOk="0">
                    <a:moveTo>
                      <a:pt x="23095" y="0"/>
                    </a:moveTo>
                    <a:cubicBezTo>
                      <a:pt x="10340" y="0"/>
                      <a:pt x="0" y="10340"/>
                      <a:pt x="0" y="23099"/>
                    </a:cubicBezTo>
                    <a:cubicBezTo>
                      <a:pt x="0" y="35858"/>
                      <a:pt x="10340" y="46194"/>
                      <a:pt x="23095" y="46194"/>
                    </a:cubicBezTo>
                    <a:cubicBezTo>
                      <a:pt x="35850" y="46194"/>
                      <a:pt x="46193" y="35854"/>
                      <a:pt x="46193" y="23099"/>
                    </a:cubicBezTo>
                    <a:cubicBezTo>
                      <a:pt x="46193" y="10344"/>
                      <a:pt x="35854" y="0"/>
                      <a:pt x="23095"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58" name="Google Shape;58;p3"/>
              <p:cNvSpPr/>
              <p:nvPr/>
            </p:nvSpPr>
            <p:spPr>
              <a:xfrm>
                <a:off x="5267058" y="721135"/>
                <a:ext cx="46189" cy="46193"/>
              </a:xfrm>
              <a:custGeom>
                <a:avLst/>
                <a:gdLst/>
                <a:ahLst/>
                <a:cxnLst/>
                <a:rect l="l" t="t" r="r" b="b"/>
                <a:pathLst>
                  <a:path w="46189" h="46193" extrusionOk="0">
                    <a:moveTo>
                      <a:pt x="23095" y="0"/>
                    </a:moveTo>
                    <a:cubicBezTo>
                      <a:pt x="10340" y="0"/>
                      <a:pt x="0" y="10340"/>
                      <a:pt x="0" y="23099"/>
                    </a:cubicBezTo>
                    <a:cubicBezTo>
                      <a:pt x="0" y="35858"/>
                      <a:pt x="10340" y="46194"/>
                      <a:pt x="23095" y="46194"/>
                    </a:cubicBezTo>
                    <a:cubicBezTo>
                      <a:pt x="35850" y="46194"/>
                      <a:pt x="46189" y="35854"/>
                      <a:pt x="46189" y="23099"/>
                    </a:cubicBezTo>
                    <a:cubicBezTo>
                      <a:pt x="46189" y="10344"/>
                      <a:pt x="35850" y="0"/>
                      <a:pt x="23095"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59" name="Google Shape;59;p3"/>
              <p:cNvSpPr/>
              <p:nvPr/>
            </p:nvSpPr>
            <p:spPr>
              <a:xfrm>
                <a:off x="5407413" y="721135"/>
                <a:ext cx="46189" cy="46193"/>
              </a:xfrm>
              <a:custGeom>
                <a:avLst/>
                <a:gdLst/>
                <a:ahLst/>
                <a:cxnLst/>
                <a:rect l="l" t="t" r="r" b="b"/>
                <a:pathLst>
                  <a:path w="46189" h="46193" extrusionOk="0">
                    <a:moveTo>
                      <a:pt x="23095" y="0"/>
                    </a:moveTo>
                    <a:cubicBezTo>
                      <a:pt x="10340" y="0"/>
                      <a:pt x="0" y="10340"/>
                      <a:pt x="0" y="23099"/>
                    </a:cubicBezTo>
                    <a:cubicBezTo>
                      <a:pt x="0" y="35858"/>
                      <a:pt x="10340" y="46194"/>
                      <a:pt x="23095" y="46194"/>
                    </a:cubicBezTo>
                    <a:cubicBezTo>
                      <a:pt x="35850" y="46194"/>
                      <a:pt x="46189" y="35854"/>
                      <a:pt x="46189" y="23099"/>
                    </a:cubicBezTo>
                    <a:cubicBezTo>
                      <a:pt x="46189" y="10344"/>
                      <a:pt x="35850" y="0"/>
                      <a:pt x="23095"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60" name="Google Shape;60;p3"/>
              <p:cNvSpPr/>
              <p:nvPr/>
            </p:nvSpPr>
            <p:spPr>
              <a:xfrm>
                <a:off x="5547764" y="721135"/>
                <a:ext cx="46189" cy="46193"/>
              </a:xfrm>
              <a:custGeom>
                <a:avLst/>
                <a:gdLst/>
                <a:ahLst/>
                <a:cxnLst/>
                <a:rect l="l" t="t" r="r" b="b"/>
                <a:pathLst>
                  <a:path w="46189" h="46193" extrusionOk="0">
                    <a:moveTo>
                      <a:pt x="23095" y="0"/>
                    </a:moveTo>
                    <a:cubicBezTo>
                      <a:pt x="10340" y="0"/>
                      <a:pt x="0" y="10340"/>
                      <a:pt x="0" y="23099"/>
                    </a:cubicBezTo>
                    <a:cubicBezTo>
                      <a:pt x="0" y="35858"/>
                      <a:pt x="10340" y="46194"/>
                      <a:pt x="23095" y="46194"/>
                    </a:cubicBezTo>
                    <a:cubicBezTo>
                      <a:pt x="35850" y="46194"/>
                      <a:pt x="46189" y="35854"/>
                      <a:pt x="46189" y="23099"/>
                    </a:cubicBezTo>
                    <a:cubicBezTo>
                      <a:pt x="46189" y="10344"/>
                      <a:pt x="35850" y="0"/>
                      <a:pt x="23095"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61" name="Google Shape;61;p3"/>
              <p:cNvSpPr/>
              <p:nvPr/>
            </p:nvSpPr>
            <p:spPr>
              <a:xfrm>
                <a:off x="5688115" y="721135"/>
                <a:ext cx="46189" cy="46193"/>
              </a:xfrm>
              <a:custGeom>
                <a:avLst/>
                <a:gdLst/>
                <a:ahLst/>
                <a:cxnLst/>
                <a:rect l="l" t="t" r="r" b="b"/>
                <a:pathLst>
                  <a:path w="46189" h="46193" extrusionOk="0">
                    <a:moveTo>
                      <a:pt x="23095" y="0"/>
                    </a:moveTo>
                    <a:cubicBezTo>
                      <a:pt x="10340" y="0"/>
                      <a:pt x="0" y="10340"/>
                      <a:pt x="0" y="23099"/>
                    </a:cubicBezTo>
                    <a:cubicBezTo>
                      <a:pt x="0" y="35858"/>
                      <a:pt x="10340" y="46194"/>
                      <a:pt x="23095" y="46194"/>
                    </a:cubicBezTo>
                    <a:cubicBezTo>
                      <a:pt x="35850" y="46194"/>
                      <a:pt x="46189" y="35854"/>
                      <a:pt x="46189" y="23099"/>
                    </a:cubicBezTo>
                    <a:cubicBezTo>
                      <a:pt x="46189" y="10344"/>
                      <a:pt x="35850" y="0"/>
                      <a:pt x="23095"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62" name="Google Shape;62;p3"/>
              <p:cNvSpPr/>
              <p:nvPr/>
            </p:nvSpPr>
            <p:spPr>
              <a:xfrm>
                <a:off x="5828470" y="721135"/>
                <a:ext cx="46189" cy="46193"/>
              </a:xfrm>
              <a:custGeom>
                <a:avLst/>
                <a:gdLst/>
                <a:ahLst/>
                <a:cxnLst/>
                <a:rect l="l" t="t" r="r" b="b"/>
                <a:pathLst>
                  <a:path w="46189" h="46193" extrusionOk="0">
                    <a:moveTo>
                      <a:pt x="23095" y="0"/>
                    </a:moveTo>
                    <a:cubicBezTo>
                      <a:pt x="10340" y="0"/>
                      <a:pt x="0" y="10340"/>
                      <a:pt x="0" y="23099"/>
                    </a:cubicBezTo>
                    <a:cubicBezTo>
                      <a:pt x="0" y="35858"/>
                      <a:pt x="10340" y="46194"/>
                      <a:pt x="23095" y="46194"/>
                    </a:cubicBezTo>
                    <a:cubicBezTo>
                      <a:pt x="35850" y="46194"/>
                      <a:pt x="46189" y="35854"/>
                      <a:pt x="46189" y="23099"/>
                    </a:cubicBezTo>
                    <a:cubicBezTo>
                      <a:pt x="46189" y="10344"/>
                      <a:pt x="35850" y="0"/>
                      <a:pt x="23095"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63" name="Google Shape;63;p3"/>
              <p:cNvSpPr/>
              <p:nvPr/>
            </p:nvSpPr>
            <p:spPr>
              <a:xfrm>
                <a:off x="5968825" y="721135"/>
                <a:ext cx="46189" cy="46193"/>
              </a:xfrm>
              <a:custGeom>
                <a:avLst/>
                <a:gdLst/>
                <a:ahLst/>
                <a:cxnLst/>
                <a:rect l="l" t="t" r="r" b="b"/>
                <a:pathLst>
                  <a:path w="46189" h="46193" extrusionOk="0">
                    <a:moveTo>
                      <a:pt x="23095" y="0"/>
                    </a:moveTo>
                    <a:cubicBezTo>
                      <a:pt x="10340" y="0"/>
                      <a:pt x="0" y="10340"/>
                      <a:pt x="0" y="23099"/>
                    </a:cubicBezTo>
                    <a:cubicBezTo>
                      <a:pt x="0" y="35858"/>
                      <a:pt x="10340" y="46194"/>
                      <a:pt x="23095" y="46194"/>
                    </a:cubicBezTo>
                    <a:cubicBezTo>
                      <a:pt x="35850" y="46194"/>
                      <a:pt x="46189" y="35854"/>
                      <a:pt x="46189" y="23099"/>
                    </a:cubicBezTo>
                    <a:cubicBezTo>
                      <a:pt x="46189" y="10344"/>
                      <a:pt x="35850" y="0"/>
                      <a:pt x="23095"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64" name="Google Shape;64;p3"/>
              <p:cNvSpPr/>
              <p:nvPr/>
            </p:nvSpPr>
            <p:spPr>
              <a:xfrm>
                <a:off x="6109175" y="721135"/>
                <a:ext cx="46189" cy="46193"/>
              </a:xfrm>
              <a:custGeom>
                <a:avLst/>
                <a:gdLst/>
                <a:ahLst/>
                <a:cxnLst/>
                <a:rect l="l" t="t" r="r" b="b"/>
                <a:pathLst>
                  <a:path w="46189" h="46193" extrusionOk="0">
                    <a:moveTo>
                      <a:pt x="23095" y="0"/>
                    </a:moveTo>
                    <a:cubicBezTo>
                      <a:pt x="10340" y="0"/>
                      <a:pt x="0" y="10340"/>
                      <a:pt x="0" y="23099"/>
                    </a:cubicBezTo>
                    <a:cubicBezTo>
                      <a:pt x="0" y="35858"/>
                      <a:pt x="10340" y="46194"/>
                      <a:pt x="23095" y="46194"/>
                    </a:cubicBezTo>
                    <a:cubicBezTo>
                      <a:pt x="35850" y="46194"/>
                      <a:pt x="46189" y="35854"/>
                      <a:pt x="46189" y="23099"/>
                    </a:cubicBezTo>
                    <a:cubicBezTo>
                      <a:pt x="46189" y="10344"/>
                      <a:pt x="35850" y="0"/>
                      <a:pt x="23095"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65" name="Google Shape;65;p3"/>
              <p:cNvSpPr/>
              <p:nvPr/>
            </p:nvSpPr>
            <p:spPr>
              <a:xfrm>
                <a:off x="6249527" y="721135"/>
                <a:ext cx="46188" cy="46193"/>
              </a:xfrm>
              <a:custGeom>
                <a:avLst/>
                <a:gdLst/>
                <a:ahLst/>
                <a:cxnLst/>
                <a:rect l="l" t="t" r="r" b="b"/>
                <a:pathLst>
                  <a:path w="46188" h="46193" extrusionOk="0">
                    <a:moveTo>
                      <a:pt x="23094" y="0"/>
                    </a:moveTo>
                    <a:cubicBezTo>
                      <a:pt x="10339" y="0"/>
                      <a:pt x="0" y="10340"/>
                      <a:pt x="0" y="23099"/>
                    </a:cubicBezTo>
                    <a:cubicBezTo>
                      <a:pt x="0" y="35858"/>
                      <a:pt x="10339" y="46194"/>
                      <a:pt x="23094" y="46194"/>
                    </a:cubicBezTo>
                    <a:cubicBezTo>
                      <a:pt x="35850" y="46194"/>
                      <a:pt x="46189" y="35854"/>
                      <a:pt x="46189" y="23099"/>
                    </a:cubicBezTo>
                    <a:cubicBezTo>
                      <a:pt x="46189" y="10344"/>
                      <a:pt x="35850" y="0"/>
                      <a:pt x="23094"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66" name="Google Shape;66;p3"/>
              <p:cNvSpPr/>
              <p:nvPr/>
            </p:nvSpPr>
            <p:spPr>
              <a:xfrm>
                <a:off x="6389881" y="721135"/>
                <a:ext cx="46189" cy="46193"/>
              </a:xfrm>
              <a:custGeom>
                <a:avLst/>
                <a:gdLst/>
                <a:ahLst/>
                <a:cxnLst/>
                <a:rect l="l" t="t" r="r" b="b"/>
                <a:pathLst>
                  <a:path w="46189" h="46193" extrusionOk="0">
                    <a:moveTo>
                      <a:pt x="23095" y="0"/>
                    </a:moveTo>
                    <a:cubicBezTo>
                      <a:pt x="10340" y="0"/>
                      <a:pt x="0" y="10340"/>
                      <a:pt x="0" y="23099"/>
                    </a:cubicBezTo>
                    <a:cubicBezTo>
                      <a:pt x="0" y="35858"/>
                      <a:pt x="10340" y="46194"/>
                      <a:pt x="23095" y="46194"/>
                    </a:cubicBezTo>
                    <a:cubicBezTo>
                      <a:pt x="35850" y="46194"/>
                      <a:pt x="46189" y="35854"/>
                      <a:pt x="46189" y="23099"/>
                    </a:cubicBezTo>
                    <a:cubicBezTo>
                      <a:pt x="46189" y="10344"/>
                      <a:pt x="35850" y="0"/>
                      <a:pt x="23095"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67" name="Google Shape;67;p3"/>
              <p:cNvSpPr/>
              <p:nvPr/>
            </p:nvSpPr>
            <p:spPr>
              <a:xfrm>
                <a:off x="6530232" y="721135"/>
                <a:ext cx="46189" cy="46193"/>
              </a:xfrm>
              <a:custGeom>
                <a:avLst/>
                <a:gdLst/>
                <a:ahLst/>
                <a:cxnLst/>
                <a:rect l="l" t="t" r="r" b="b"/>
                <a:pathLst>
                  <a:path w="46189" h="46193" extrusionOk="0">
                    <a:moveTo>
                      <a:pt x="23095" y="0"/>
                    </a:moveTo>
                    <a:cubicBezTo>
                      <a:pt x="10340" y="0"/>
                      <a:pt x="0" y="10340"/>
                      <a:pt x="0" y="23099"/>
                    </a:cubicBezTo>
                    <a:cubicBezTo>
                      <a:pt x="0" y="35858"/>
                      <a:pt x="10340" y="46194"/>
                      <a:pt x="23095" y="46194"/>
                    </a:cubicBezTo>
                    <a:cubicBezTo>
                      <a:pt x="35850" y="46194"/>
                      <a:pt x="46189" y="35854"/>
                      <a:pt x="46189" y="23099"/>
                    </a:cubicBezTo>
                    <a:cubicBezTo>
                      <a:pt x="46189" y="10344"/>
                      <a:pt x="35850" y="0"/>
                      <a:pt x="23095"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92"/>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301"/>
        <p:cNvGrpSpPr/>
        <p:nvPr/>
      </p:nvGrpSpPr>
      <p:grpSpPr>
        <a:xfrm>
          <a:off x="0" y="0"/>
          <a:ext cx="0" cy="0"/>
          <a:chOff x="0" y="0"/>
          <a:chExt cx="0" cy="0"/>
        </a:xfrm>
      </p:grpSpPr>
      <p:pic>
        <p:nvPicPr>
          <p:cNvPr id="302" name="Google Shape;302;p19"/>
          <p:cNvPicPr preferRelativeResize="0"/>
          <p:nvPr/>
        </p:nvPicPr>
        <p:blipFill rotWithShape="1">
          <a:blip r:embed="rId2">
            <a:alphaModFix amt="10000"/>
          </a:blip>
          <a:srcRect l="685" t="14241" b="2376"/>
          <a:stretch/>
        </p:blipFill>
        <p:spPr>
          <a:xfrm>
            <a:off x="-22400" y="0"/>
            <a:ext cx="9188775" cy="5143500"/>
          </a:xfrm>
          <a:prstGeom prst="rect">
            <a:avLst/>
          </a:prstGeom>
          <a:noFill/>
          <a:ln>
            <a:noFill/>
          </a:ln>
        </p:spPr>
      </p:pic>
      <p:grpSp>
        <p:nvGrpSpPr>
          <p:cNvPr id="303" name="Google Shape;303;p19"/>
          <p:cNvGrpSpPr/>
          <p:nvPr/>
        </p:nvGrpSpPr>
        <p:grpSpPr>
          <a:xfrm>
            <a:off x="61277" y="42725"/>
            <a:ext cx="8871068" cy="5100776"/>
            <a:chOff x="61277" y="42725"/>
            <a:chExt cx="8871068" cy="5100776"/>
          </a:xfrm>
        </p:grpSpPr>
        <p:grpSp>
          <p:nvGrpSpPr>
            <p:cNvPr id="304" name="Google Shape;304;p19"/>
            <p:cNvGrpSpPr/>
            <p:nvPr/>
          </p:nvGrpSpPr>
          <p:grpSpPr>
            <a:xfrm>
              <a:off x="61277" y="42725"/>
              <a:ext cx="597885" cy="598230"/>
              <a:chOff x="61277" y="42725"/>
              <a:chExt cx="597885" cy="598230"/>
            </a:xfrm>
          </p:grpSpPr>
          <p:sp>
            <p:nvSpPr>
              <p:cNvPr id="305" name="Google Shape;305;p19"/>
              <p:cNvSpPr/>
              <p:nvPr/>
            </p:nvSpPr>
            <p:spPr>
              <a:xfrm>
                <a:off x="61277" y="42725"/>
                <a:ext cx="299117" cy="598230"/>
              </a:xfrm>
              <a:custGeom>
                <a:avLst/>
                <a:gdLst/>
                <a:ahLst/>
                <a:cxnLst/>
                <a:rect l="l" t="t" r="r" b="b"/>
                <a:pathLst>
                  <a:path w="299117" h="598230" extrusionOk="0">
                    <a:moveTo>
                      <a:pt x="299118" y="299118"/>
                    </a:moveTo>
                    <a:cubicBezTo>
                      <a:pt x="299118" y="133923"/>
                      <a:pt x="165199" y="4"/>
                      <a:pt x="0" y="0"/>
                    </a:cubicBezTo>
                    <a:lnTo>
                      <a:pt x="0" y="598231"/>
                    </a:lnTo>
                    <a:cubicBezTo>
                      <a:pt x="165199" y="598231"/>
                      <a:pt x="299118" y="464312"/>
                      <a:pt x="299118" y="29911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06" name="Google Shape;306;p19"/>
              <p:cNvSpPr/>
              <p:nvPr/>
            </p:nvSpPr>
            <p:spPr>
              <a:xfrm>
                <a:off x="360045" y="42725"/>
                <a:ext cx="299117" cy="598230"/>
              </a:xfrm>
              <a:custGeom>
                <a:avLst/>
                <a:gdLst/>
                <a:ahLst/>
                <a:cxnLst/>
                <a:rect l="l" t="t" r="r" b="b"/>
                <a:pathLst>
                  <a:path w="299117" h="598230" extrusionOk="0">
                    <a:moveTo>
                      <a:pt x="299118" y="299118"/>
                    </a:moveTo>
                    <a:cubicBezTo>
                      <a:pt x="299118" y="133923"/>
                      <a:pt x="165199" y="4"/>
                      <a:pt x="0" y="0"/>
                    </a:cubicBezTo>
                    <a:lnTo>
                      <a:pt x="0" y="598231"/>
                    </a:lnTo>
                    <a:cubicBezTo>
                      <a:pt x="165203" y="598231"/>
                      <a:pt x="299118" y="464312"/>
                      <a:pt x="299118" y="299118"/>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grpSp>
          <p:nvGrpSpPr>
            <p:cNvPr id="307" name="Google Shape;307;p19"/>
            <p:cNvGrpSpPr/>
            <p:nvPr/>
          </p:nvGrpSpPr>
          <p:grpSpPr>
            <a:xfrm>
              <a:off x="8572697" y="3919155"/>
              <a:ext cx="359647" cy="1224346"/>
              <a:chOff x="8572697" y="3919155"/>
              <a:chExt cx="359647" cy="1224346"/>
            </a:xfrm>
          </p:grpSpPr>
          <p:sp>
            <p:nvSpPr>
              <p:cNvPr id="308" name="Google Shape;308;p19"/>
              <p:cNvSpPr/>
              <p:nvPr/>
            </p:nvSpPr>
            <p:spPr>
              <a:xfrm>
                <a:off x="8915222" y="3919155"/>
                <a:ext cx="17123" cy="1224346"/>
              </a:xfrm>
              <a:custGeom>
                <a:avLst/>
                <a:gdLst/>
                <a:ahLst/>
                <a:cxnLst/>
                <a:rect l="l" t="t" r="r" b="b"/>
                <a:pathLst>
                  <a:path w="10803" h="772458" extrusionOk="0">
                    <a:moveTo>
                      <a:pt x="0" y="0"/>
                    </a:moveTo>
                    <a:lnTo>
                      <a:pt x="10803" y="0"/>
                    </a:lnTo>
                    <a:lnTo>
                      <a:pt x="10803" y="772459"/>
                    </a:lnTo>
                    <a:lnTo>
                      <a:pt x="0" y="772459"/>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09" name="Google Shape;309;p19"/>
              <p:cNvSpPr/>
              <p:nvPr/>
            </p:nvSpPr>
            <p:spPr>
              <a:xfrm>
                <a:off x="8829592" y="3919155"/>
                <a:ext cx="17123" cy="1224346"/>
              </a:xfrm>
              <a:custGeom>
                <a:avLst/>
                <a:gdLst/>
                <a:ahLst/>
                <a:cxnLst/>
                <a:rect l="l" t="t" r="r" b="b"/>
                <a:pathLst>
                  <a:path w="10803" h="772458" extrusionOk="0">
                    <a:moveTo>
                      <a:pt x="0" y="0"/>
                    </a:moveTo>
                    <a:lnTo>
                      <a:pt x="10803" y="0"/>
                    </a:lnTo>
                    <a:lnTo>
                      <a:pt x="10803" y="772459"/>
                    </a:lnTo>
                    <a:lnTo>
                      <a:pt x="0" y="772459"/>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10" name="Google Shape;310;p19"/>
              <p:cNvSpPr/>
              <p:nvPr/>
            </p:nvSpPr>
            <p:spPr>
              <a:xfrm>
                <a:off x="8743956" y="3919155"/>
                <a:ext cx="17123" cy="1224346"/>
              </a:xfrm>
              <a:custGeom>
                <a:avLst/>
                <a:gdLst/>
                <a:ahLst/>
                <a:cxnLst/>
                <a:rect l="l" t="t" r="r" b="b"/>
                <a:pathLst>
                  <a:path w="10803" h="772458" extrusionOk="0">
                    <a:moveTo>
                      <a:pt x="0" y="0"/>
                    </a:moveTo>
                    <a:lnTo>
                      <a:pt x="10803" y="0"/>
                    </a:lnTo>
                    <a:lnTo>
                      <a:pt x="10803" y="772459"/>
                    </a:lnTo>
                    <a:lnTo>
                      <a:pt x="0" y="772459"/>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11" name="Google Shape;311;p19"/>
              <p:cNvSpPr/>
              <p:nvPr/>
            </p:nvSpPr>
            <p:spPr>
              <a:xfrm>
                <a:off x="8658327" y="3919155"/>
                <a:ext cx="17123" cy="1224346"/>
              </a:xfrm>
              <a:custGeom>
                <a:avLst/>
                <a:gdLst/>
                <a:ahLst/>
                <a:cxnLst/>
                <a:rect l="l" t="t" r="r" b="b"/>
                <a:pathLst>
                  <a:path w="10803" h="772458" extrusionOk="0">
                    <a:moveTo>
                      <a:pt x="0" y="0"/>
                    </a:moveTo>
                    <a:lnTo>
                      <a:pt x="10803" y="0"/>
                    </a:lnTo>
                    <a:lnTo>
                      <a:pt x="10803" y="772459"/>
                    </a:lnTo>
                    <a:lnTo>
                      <a:pt x="0" y="772459"/>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12" name="Google Shape;312;p19"/>
              <p:cNvSpPr/>
              <p:nvPr/>
            </p:nvSpPr>
            <p:spPr>
              <a:xfrm>
                <a:off x="8572697" y="3919155"/>
                <a:ext cx="17123" cy="1224346"/>
              </a:xfrm>
              <a:custGeom>
                <a:avLst/>
                <a:gdLst/>
                <a:ahLst/>
                <a:cxnLst/>
                <a:rect l="l" t="t" r="r" b="b"/>
                <a:pathLst>
                  <a:path w="10803" h="772458" extrusionOk="0">
                    <a:moveTo>
                      <a:pt x="0" y="0"/>
                    </a:moveTo>
                    <a:lnTo>
                      <a:pt x="10803" y="0"/>
                    </a:lnTo>
                    <a:lnTo>
                      <a:pt x="10803" y="772459"/>
                    </a:lnTo>
                    <a:lnTo>
                      <a:pt x="0" y="772459"/>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313"/>
        <p:cNvGrpSpPr/>
        <p:nvPr/>
      </p:nvGrpSpPr>
      <p:grpSpPr>
        <a:xfrm>
          <a:off x="0" y="0"/>
          <a:ext cx="0" cy="0"/>
          <a:chOff x="0" y="0"/>
          <a:chExt cx="0" cy="0"/>
        </a:xfrm>
      </p:grpSpPr>
      <p:pic>
        <p:nvPicPr>
          <p:cNvPr id="314" name="Google Shape;314;p20"/>
          <p:cNvPicPr preferRelativeResize="0"/>
          <p:nvPr/>
        </p:nvPicPr>
        <p:blipFill rotWithShape="1">
          <a:blip r:embed="rId2">
            <a:alphaModFix amt="10000"/>
          </a:blip>
          <a:srcRect l="685" t="14241" b="2376"/>
          <a:stretch/>
        </p:blipFill>
        <p:spPr>
          <a:xfrm>
            <a:off x="-22400" y="0"/>
            <a:ext cx="9188775" cy="5143500"/>
          </a:xfrm>
          <a:prstGeom prst="rect">
            <a:avLst/>
          </a:prstGeom>
          <a:noFill/>
          <a:ln>
            <a:noFill/>
          </a:ln>
        </p:spPr>
      </p:pic>
      <p:grpSp>
        <p:nvGrpSpPr>
          <p:cNvPr id="315" name="Google Shape;315;p20"/>
          <p:cNvGrpSpPr/>
          <p:nvPr/>
        </p:nvGrpSpPr>
        <p:grpSpPr>
          <a:xfrm rot="5400000">
            <a:off x="8305301" y="2690422"/>
            <a:ext cx="922049" cy="444525"/>
            <a:chOff x="4641913" y="1435311"/>
            <a:chExt cx="371794" cy="179251"/>
          </a:xfrm>
        </p:grpSpPr>
        <p:sp>
          <p:nvSpPr>
            <p:cNvPr id="316" name="Google Shape;316;p20"/>
            <p:cNvSpPr/>
            <p:nvPr/>
          </p:nvSpPr>
          <p:spPr>
            <a:xfrm>
              <a:off x="4641913" y="1435315"/>
              <a:ext cx="28789" cy="28789"/>
            </a:xfrm>
            <a:custGeom>
              <a:avLst/>
              <a:gdLst/>
              <a:ahLst/>
              <a:cxnLst/>
              <a:rect l="l" t="t" r="r" b="b"/>
              <a:pathLst>
                <a:path w="28789" h="28789" extrusionOk="0">
                  <a:moveTo>
                    <a:pt x="14395" y="0"/>
                  </a:moveTo>
                  <a:cubicBezTo>
                    <a:pt x="6445" y="0"/>
                    <a:pt x="0" y="6445"/>
                    <a:pt x="0" y="14395"/>
                  </a:cubicBezTo>
                  <a:cubicBezTo>
                    <a:pt x="0" y="22344"/>
                    <a:pt x="6445" y="28789"/>
                    <a:pt x="14395" y="28789"/>
                  </a:cubicBezTo>
                  <a:cubicBezTo>
                    <a:pt x="22344" y="28789"/>
                    <a:pt x="28789" y="22344"/>
                    <a:pt x="28789" y="14395"/>
                  </a:cubicBezTo>
                  <a:cubicBezTo>
                    <a:pt x="28789" y="6445"/>
                    <a:pt x="22344" y="0"/>
                    <a:pt x="14395"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17" name="Google Shape;317;p20"/>
            <p:cNvSpPr/>
            <p:nvPr/>
          </p:nvSpPr>
          <p:spPr>
            <a:xfrm>
              <a:off x="4727670" y="1435315"/>
              <a:ext cx="28780" cy="28789"/>
            </a:xfrm>
            <a:custGeom>
              <a:avLst/>
              <a:gdLst/>
              <a:ahLst/>
              <a:cxnLst/>
              <a:rect l="l" t="t" r="r" b="b"/>
              <a:pathLst>
                <a:path w="28780" h="28789" extrusionOk="0">
                  <a:moveTo>
                    <a:pt x="14390" y="0"/>
                  </a:moveTo>
                  <a:cubicBezTo>
                    <a:pt x="6441" y="0"/>
                    <a:pt x="0" y="6445"/>
                    <a:pt x="0" y="14395"/>
                  </a:cubicBezTo>
                  <a:cubicBezTo>
                    <a:pt x="0" y="22344"/>
                    <a:pt x="6445" y="28789"/>
                    <a:pt x="14390" y="28789"/>
                  </a:cubicBezTo>
                  <a:cubicBezTo>
                    <a:pt x="22336" y="28789"/>
                    <a:pt x="28781" y="22344"/>
                    <a:pt x="28781" y="14395"/>
                  </a:cubicBezTo>
                  <a:cubicBezTo>
                    <a:pt x="28781" y="6445"/>
                    <a:pt x="22336" y="0"/>
                    <a:pt x="14390"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18" name="Google Shape;318;p20"/>
            <p:cNvSpPr/>
            <p:nvPr/>
          </p:nvSpPr>
          <p:spPr>
            <a:xfrm>
              <a:off x="4813422" y="1435315"/>
              <a:ext cx="28785" cy="28789"/>
            </a:xfrm>
            <a:custGeom>
              <a:avLst/>
              <a:gdLst/>
              <a:ahLst/>
              <a:cxnLst/>
              <a:rect l="l" t="t" r="r" b="b"/>
              <a:pathLst>
                <a:path w="28785" h="28789" extrusionOk="0">
                  <a:moveTo>
                    <a:pt x="14390" y="0"/>
                  </a:moveTo>
                  <a:cubicBezTo>
                    <a:pt x="6441" y="0"/>
                    <a:pt x="0" y="6445"/>
                    <a:pt x="0" y="14395"/>
                  </a:cubicBezTo>
                  <a:cubicBezTo>
                    <a:pt x="0" y="22344"/>
                    <a:pt x="6445" y="28789"/>
                    <a:pt x="14390" y="28789"/>
                  </a:cubicBezTo>
                  <a:cubicBezTo>
                    <a:pt x="22336" y="28789"/>
                    <a:pt x="28785" y="22344"/>
                    <a:pt x="28785" y="14395"/>
                  </a:cubicBezTo>
                  <a:cubicBezTo>
                    <a:pt x="28785" y="6445"/>
                    <a:pt x="22340" y="0"/>
                    <a:pt x="14390"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19" name="Google Shape;319;p20"/>
            <p:cNvSpPr/>
            <p:nvPr/>
          </p:nvSpPr>
          <p:spPr>
            <a:xfrm>
              <a:off x="4899170" y="1435315"/>
              <a:ext cx="28789" cy="28789"/>
            </a:xfrm>
            <a:custGeom>
              <a:avLst/>
              <a:gdLst/>
              <a:ahLst/>
              <a:cxnLst/>
              <a:rect l="l" t="t" r="r" b="b"/>
              <a:pathLst>
                <a:path w="28789" h="28789" extrusionOk="0">
                  <a:moveTo>
                    <a:pt x="14395" y="0"/>
                  </a:moveTo>
                  <a:cubicBezTo>
                    <a:pt x="6445" y="0"/>
                    <a:pt x="0" y="6445"/>
                    <a:pt x="0" y="14395"/>
                  </a:cubicBezTo>
                  <a:cubicBezTo>
                    <a:pt x="0" y="22344"/>
                    <a:pt x="6445" y="28789"/>
                    <a:pt x="14395" y="28789"/>
                  </a:cubicBezTo>
                  <a:cubicBezTo>
                    <a:pt x="22344" y="28789"/>
                    <a:pt x="28789" y="22344"/>
                    <a:pt x="28789" y="14395"/>
                  </a:cubicBezTo>
                  <a:cubicBezTo>
                    <a:pt x="28789" y="6445"/>
                    <a:pt x="22344" y="0"/>
                    <a:pt x="14395"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20" name="Google Shape;320;p20"/>
            <p:cNvSpPr/>
            <p:nvPr/>
          </p:nvSpPr>
          <p:spPr>
            <a:xfrm>
              <a:off x="4984927" y="1435311"/>
              <a:ext cx="28780" cy="28789"/>
            </a:xfrm>
            <a:custGeom>
              <a:avLst/>
              <a:gdLst/>
              <a:ahLst/>
              <a:cxnLst/>
              <a:rect l="l" t="t" r="r" b="b"/>
              <a:pathLst>
                <a:path w="28780" h="28789" extrusionOk="0">
                  <a:moveTo>
                    <a:pt x="14390" y="28789"/>
                  </a:moveTo>
                  <a:cubicBezTo>
                    <a:pt x="22340" y="28789"/>
                    <a:pt x="28781" y="22344"/>
                    <a:pt x="28781" y="14395"/>
                  </a:cubicBezTo>
                  <a:cubicBezTo>
                    <a:pt x="28781" y="6445"/>
                    <a:pt x="22336" y="0"/>
                    <a:pt x="14390" y="0"/>
                  </a:cubicBezTo>
                  <a:cubicBezTo>
                    <a:pt x="6445" y="0"/>
                    <a:pt x="0" y="6445"/>
                    <a:pt x="0" y="14395"/>
                  </a:cubicBezTo>
                  <a:cubicBezTo>
                    <a:pt x="0" y="22344"/>
                    <a:pt x="6445" y="28789"/>
                    <a:pt x="14390" y="28789"/>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21" name="Google Shape;321;p20"/>
            <p:cNvSpPr/>
            <p:nvPr/>
          </p:nvSpPr>
          <p:spPr>
            <a:xfrm>
              <a:off x="4641913" y="1510547"/>
              <a:ext cx="28789" cy="28785"/>
            </a:xfrm>
            <a:custGeom>
              <a:avLst/>
              <a:gdLst/>
              <a:ahLst/>
              <a:cxnLst/>
              <a:rect l="l" t="t" r="r" b="b"/>
              <a:pathLst>
                <a:path w="28789" h="28785" extrusionOk="0">
                  <a:moveTo>
                    <a:pt x="14395" y="0"/>
                  </a:moveTo>
                  <a:cubicBezTo>
                    <a:pt x="6445" y="0"/>
                    <a:pt x="0" y="6445"/>
                    <a:pt x="0" y="14390"/>
                  </a:cubicBezTo>
                  <a:cubicBezTo>
                    <a:pt x="0" y="22336"/>
                    <a:pt x="6445" y="28785"/>
                    <a:pt x="14395" y="28785"/>
                  </a:cubicBezTo>
                  <a:cubicBezTo>
                    <a:pt x="22344" y="28785"/>
                    <a:pt x="28789" y="22340"/>
                    <a:pt x="28789" y="14390"/>
                  </a:cubicBezTo>
                  <a:cubicBezTo>
                    <a:pt x="28789" y="6441"/>
                    <a:pt x="22344" y="0"/>
                    <a:pt x="14395"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22" name="Google Shape;322;p20"/>
            <p:cNvSpPr/>
            <p:nvPr/>
          </p:nvSpPr>
          <p:spPr>
            <a:xfrm>
              <a:off x="4727670" y="1510547"/>
              <a:ext cx="28780" cy="28785"/>
            </a:xfrm>
            <a:custGeom>
              <a:avLst/>
              <a:gdLst/>
              <a:ahLst/>
              <a:cxnLst/>
              <a:rect l="l" t="t" r="r" b="b"/>
              <a:pathLst>
                <a:path w="28780" h="28785" extrusionOk="0">
                  <a:moveTo>
                    <a:pt x="14390" y="0"/>
                  </a:moveTo>
                  <a:cubicBezTo>
                    <a:pt x="6441" y="0"/>
                    <a:pt x="0" y="6445"/>
                    <a:pt x="0" y="14390"/>
                  </a:cubicBezTo>
                  <a:cubicBezTo>
                    <a:pt x="0" y="22336"/>
                    <a:pt x="6445" y="28785"/>
                    <a:pt x="14390" y="28785"/>
                  </a:cubicBezTo>
                  <a:cubicBezTo>
                    <a:pt x="22336" y="28785"/>
                    <a:pt x="28781" y="22340"/>
                    <a:pt x="28781" y="14390"/>
                  </a:cubicBezTo>
                  <a:cubicBezTo>
                    <a:pt x="28781" y="6441"/>
                    <a:pt x="22336" y="0"/>
                    <a:pt x="14390"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23" name="Google Shape;323;p20"/>
            <p:cNvSpPr/>
            <p:nvPr/>
          </p:nvSpPr>
          <p:spPr>
            <a:xfrm>
              <a:off x="4813422" y="1510547"/>
              <a:ext cx="28785" cy="28785"/>
            </a:xfrm>
            <a:custGeom>
              <a:avLst/>
              <a:gdLst/>
              <a:ahLst/>
              <a:cxnLst/>
              <a:rect l="l" t="t" r="r" b="b"/>
              <a:pathLst>
                <a:path w="28785" h="28785" extrusionOk="0">
                  <a:moveTo>
                    <a:pt x="14390" y="0"/>
                  </a:moveTo>
                  <a:cubicBezTo>
                    <a:pt x="6441" y="0"/>
                    <a:pt x="0" y="6445"/>
                    <a:pt x="0" y="14390"/>
                  </a:cubicBezTo>
                  <a:cubicBezTo>
                    <a:pt x="0" y="22336"/>
                    <a:pt x="6445" y="28785"/>
                    <a:pt x="14390" y="28785"/>
                  </a:cubicBezTo>
                  <a:cubicBezTo>
                    <a:pt x="22336" y="28785"/>
                    <a:pt x="28785" y="22340"/>
                    <a:pt x="28785" y="14390"/>
                  </a:cubicBezTo>
                  <a:cubicBezTo>
                    <a:pt x="28785" y="6441"/>
                    <a:pt x="22340" y="0"/>
                    <a:pt x="14390"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24" name="Google Shape;324;p20"/>
            <p:cNvSpPr/>
            <p:nvPr/>
          </p:nvSpPr>
          <p:spPr>
            <a:xfrm>
              <a:off x="4899170" y="1510547"/>
              <a:ext cx="28789" cy="28785"/>
            </a:xfrm>
            <a:custGeom>
              <a:avLst/>
              <a:gdLst/>
              <a:ahLst/>
              <a:cxnLst/>
              <a:rect l="l" t="t" r="r" b="b"/>
              <a:pathLst>
                <a:path w="28789" h="28785" extrusionOk="0">
                  <a:moveTo>
                    <a:pt x="14395" y="0"/>
                  </a:moveTo>
                  <a:cubicBezTo>
                    <a:pt x="6445" y="0"/>
                    <a:pt x="0" y="6445"/>
                    <a:pt x="0" y="14390"/>
                  </a:cubicBezTo>
                  <a:cubicBezTo>
                    <a:pt x="0" y="22336"/>
                    <a:pt x="6445" y="28785"/>
                    <a:pt x="14395" y="28785"/>
                  </a:cubicBezTo>
                  <a:cubicBezTo>
                    <a:pt x="22344" y="28785"/>
                    <a:pt x="28789" y="22340"/>
                    <a:pt x="28789" y="14390"/>
                  </a:cubicBezTo>
                  <a:cubicBezTo>
                    <a:pt x="28789" y="6441"/>
                    <a:pt x="22344" y="0"/>
                    <a:pt x="14395"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25" name="Google Shape;325;p20"/>
            <p:cNvSpPr/>
            <p:nvPr/>
          </p:nvSpPr>
          <p:spPr>
            <a:xfrm>
              <a:off x="4984927" y="1510547"/>
              <a:ext cx="28780" cy="28785"/>
            </a:xfrm>
            <a:custGeom>
              <a:avLst/>
              <a:gdLst/>
              <a:ahLst/>
              <a:cxnLst/>
              <a:rect l="l" t="t" r="r" b="b"/>
              <a:pathLst>
                <a:path w="28780" h="28785" extrusionOk="0">
                  <a:moveTo>
                    <a:pt x="14390" y="0"/>
                  </a:moveTo>
                  <a:cubicBezTo>
                    <a:pt x="6441" y="0"/>
                    <a:pt x="0" y="6445"/>
                    <a:pt x="0" y="14390"/>
                  </a:cubicBezTo>
                  <a:cubicBezTo>
                    <a:pt x="0" y="22336"/>
                    <a:pt x="6445" y="28785"/>
                    <a:pt x="14390" y="28785"/>
                  </a:cubicBezTo>
                  <a:cubicBezTo>
                    <a:pt x="22336" y="28785"/>
                    <a:pt x="28781" y="22340"/>
                    <a:pt x="28781" y="14390"/>
                  </a:cubicBezTo>
                  <a:cubicBezTo>
                    <a:pt x="28781" y="6441"/>
                    <a:pt x="22336" y="0"/>
                    <a:pt x="14390"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26" name="Google Shape;326;p20"/>
            <p:cNvSpPr/>
            <p:nvPr/>
          </p:nvSpPr>
          <p:spPr>
            <a:xfrm>
              <a:off x="4641913" y="1585778"/>
              <a:ext cx="28789" cy="28784"/>
            </a:xfrm>
            <a:custGeom>
              <a:avLst/>
              <a:gdLst/>
              <a:ahLst/>
              <a:cxnLst/>
              <a:rect l="l" t="t" r="r" b="b"/>
              <a:pathLst>
                <a:path w="28789" h="28784" extrusionOk="0">
                  <a:moveTo>
                    <a:pt x="14395" y="0"/>
                  </a:moveTo>
                  <a:cubicBezTo>
                    <a:pt x="6445" y="0"/>
                    <a:pt x="0" y="6445"/>
                    <a:pt x="0" y="14390"/>
                  </a:cubicBezTo>
                  <a:cubicBezTo>
                    <a:pt x="0" y="22336"/>
                    <a:pt x="6445" y="28785"/>
                    <a:pt x="14395" y="28785"/>
                  </a:cubicBezTo>
                  <a:cubicBezTo>
                    <a:pt x="22344" y="28785"/>
                    <a:pt x="28789" y="22340"/>
                    <a:pt x="28789" y="14390"/>
                  </a:cubicBezTo>
                  <a:cubicBezTo>
                    <a:pt x="28789" y="6441"/>
                    <a:pt x="22344" y="0"/>
                    <a:pt x="14395"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27" name="Google Shape;327;p20"/>
            <p:cNvSpPr/>
            <p:nvPr/>
          </p:nvSpPr>
          <p:spPr>
            <a:xfrm>
              <a:off x="4727670" y="1585778"/>
              <a:ext cx="28780" cy="28784"/>
            </a:xfrm>
            <a:custGeom>
              <a:avLst/>
              <a:gdLst/>
              <a:ahLst/>
              <a:cxnLst/>
              <a:rect l="l" t="t" r="r" b="b"/>
              <a:pathLst>
                <a:path w="28780" h="28784" extrusionOk="0">
                  <a:moveTo>
                    <a:pt x="14390" y="0"/>
                  </a:moveTo>
                  <a:cubicBezTo>
                    <a:pt x="6441" y="0"/>
                    <a:pt x="0" y="6445"/>
                    <a:pt x="0" y="14390"/>
                  </a:cubicBezTo>
                  <a:cubicBezTo>
                    <a:pt x="0" y="22336"/>
                    <a:pt x="6445" y="28785"/>
                    <a:pt x="14390" y="28785"/>
                  </a:cubicBezTo>
                  <a:cubicBezTo>
                    <a:pt x="22336" y="28785"/>
                    <a:pt x="28781" y="22340"/>
                    <a:pt x="28781" y="14390"/>
                  </a:cubicBezTo>
                  <a:cubicBezTo>
                    <a:pt x="28781" y="6441"/>
                    <a:pt x="22336" y="0"/>
                    <a:pt x="14390"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28" name="Google Shape;328;p20"/>
            <p:cNvSpPr/>
            <p:nvPr/>
          </p:nvSpPr>
          <p:spPr>
            <a:xfrm>
              <a:off x="4813422" y="1585778"/>
              <a:ext cx="28785" cy="28784"/>
            </a:xfrm>
            <a:custGeom>
              <a:avLst/>
              <a:gdLst/>
              <a:ahLst/>
              <a:cxnLst/>
              <a:rect l="l" t="t" r="r" b="b"/>
              <a:pathLst>
                <a:path w="28785" h="28784" extrusionOk="0">
                  <a:moveTo>
                    <a:pt x="14390" y="0"/>
                  </a:moveTo>
                  <a:cubicBezTo>
                    <a:pt x="6441" y="0"/>
                    <a:pt x="0" y="6445"/>
                    <a:pt x="0" y="14390"/>
                  </a:cubicBezTo>
                  <a:cubicBezTo>
                    <a:pt x="0" y="22336"/>
                    <a:pt x="6445" y="28785"/>
                    <a:pt x="14390" y="28785"/>
                  </a:cubicBezTo>
                  <a:cubicBezTo>
                    <a:pt x="22336" y="28785"/>
                    <a:pt x="28785" y="22340"/>
                    <a:pt x="28785" y="14390"/>
                  </a:cubicBezTo>
                  <a:cubicBezTo>
                    <a:pt x="28785" y="6441"/>
                    <a:pt x="22340" y="0"/>
                    <a:pt x="14390"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29" name="Google Shape;329;p20"/>
            <p:cNvSpPr/>
            <p:nvPr/>
          </p:nvSpPr>
          <p:spPr>
            <a:xfrm>
              <a:off x="4899170" y="1585778"/>
              <a:ext cx="28789" cy="28784"/>
            </a:xfrm>
            <a:custGeom>
              <a:avLst/>
              <a:gdLst/>
              <a:ahLst/>
              <a:cxnLst/>
              <a:rect l="l" t="t" r="r" b="b"/>
              <a:pathLst>
                <a:path w="28789" h="28784" extrusionOk="0">
                  <a:moveTo>
                    <a:pt x="14395" y="0"/>
                  </a:moveTo>
                  <a:cubicBezTo>
                    <a:pt x="6445" y="0"/>
                    <a:pt x="0" y="6445"/>
                    <a:pt x="0" y="14390"/>
                  </a:cubicBezTo>
                  <a:cubicBezTo>
                    <a:pt x="0" y="22336"/>
                    <a:pt x="6445" y="28785"/>
                    <a:pt x="14395" y="28785"/>
                  </a:cubicBezTo>
                  <a:cubicBezTo>
                    <a:pt x="22344" y="28785"/>
                    <a:pt x="28789" y="22340"/>
                    <a:pt x="28789" y="14390"/>
                  </a:cubicBezTo>
                  <a:cubicBezTo>
                    <a:pt x="28789" y="6441"/>
                    <a:pt x="22344" y="0"/>
                    <a:pt x="14395"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30" name="Google Shape;330;p20"/>
            <p:cNvSpPr/>
            <p:nvPr/>
          </p:nvSpPr>
          <p:spPr>
            <a:xfrm>
              <a:off x="4984927" y="1585778"/>
              <a:ext cx="28780" cy="28784"/>
            </a:xfrm>
            <a:custGeom>
              <a:avLst/>
              <a:gdLst/>
              <a:ahLst/>
              <a:cxnLst/>
              <a:rect l="l" t="t" r="r" b="b"/>
              <a:pathLst>
                <a:path w="28780" h="28784" extrusionOk="0">
                  <a:moveTo>
                    <a:pt x="14390" y="0"/>
                  </a:moveTo>
                  <a:cubicBezTo>
                    <a:pt x="6441" y="0"/>
                    <a:pt x="0" y="6445"/>
                    <a:pt x="0" y="14390"/>
                  </a:cubicBezTo>
                  <a:cubicBezTo>
                    <a:pt x="0" y="22336"/>
                    <a:pt x="6445" y="28785"/>
                    <a:pt x="14390" y="28785"/>
                  </a:cubicBezTo>
                  <a:cubicBezTo>
                    <a:pt x="22336" y="28785"/>
                    <a:pt x="28781" y="22340"/>
                    <a:pt x="28781" y="14390"/>
                  </a:cubicBezTo>
                  <a:cubicBezTo>
                    <a:pt x="28781" y="6441"/>
                    <a:pt x="22336" y="0"/>
                    <a:pt x="14390"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grpSp>
      <p:sp>
        <p:nvSpPr>
          <p:cNvPr id="331" name="Google Shape;331;p20"/>
          <p:cNvSpPr/>
          <p:nvPr/>
        </p:nvSpPr>
        <p:spPr>
          <a:xfrm rot="5400000">
            <a:off x="8516143" y="1845262"/>
            <a:ext cx="500365" cy="500365"/>
          </a:xfrm>
          <a:custGeom>
            <a:avLst/>
            <a:gdLst/>
            <a:ahLst/>
            <a:cxnLst/>
            <a:rect l="l" t="t" r="r" b="b"/>
            <a:pathLst>
              <a:path w="201760" h="201760" extrusionOk="0">
                <a:moveTo>
                  <a:pt x="201761" y="100880"/>
                </a:moveTo>
                <a:cubicBezTo>
                  <a:pt x="201761" y="156595"/>
                  <a:pt x="156595" y="201761"/>
                  <a:pt x="100880" y="201761"/>
                </a:cubicBezTo>
                <a:cubicBezTo>
                  <a:pt x="45166" y="201761"/>
                  <a:pt x="0" y="156595"/>
                  <a:pt x="0" y="100880"/>
                </a:cubicBezTo>
                <a:cubicBezTo>
                  <a:pt x="0" y="45166"/>
                  <a:pt x="45166" y="0"/>
                  <a:pt x="100880" y="0"/>
                </a:cubicBezTo>
                <a:cubicBezTo>
                  <a:pt x="156595" y="0"/>
                  <a:pt x="201761" y="45166"/>
                  <a:pt x="201761" y="10088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
        <p:nvSpPr>
          <p:cNvPr id="332" name="Google Shape;332;p20"/>
          <p:cNvSpPr/>
          <p:nvPr/>
        </p:nvSpPr>
        <p:spPr>
          <a:xfrm>
            <a:off x="8757013" y="-17430"/>
            <a:ext cx="18626" cy="1721323"/>
          </a:xfrm>
          <a:custGeom>
            <a:avLst/>
            <a:gdLst/>
            <a:ahLst/>
            <a:cxnLst/>
            <a:rect l="l" t="t" r="r" b="b"/>
            <a:pathLst>
              <a:path w="1390" h="1185076" extrusionOk="0">
                <a:moveTo>
                  <a:pt x="0" y="0"/>
                </a:moveTo>
                <a:lnTo>
                  <a:pt x="1391" y="0"/>
                </a:lnTo>
                <a:lnTo>
                  <a:pt x="1391" y="1185077"/>
                </a:lnTo>
                <a:lnTo>
                  <a:pt x="0" y="1185077"/>
                </a:ln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Raleway"/>
              <a:buNone/>
              <a:defRPr sz="2800" b="1">
                <a:solidFill>
                  <a:schemeClr val="dk1"/>
                </a:solidFill>
                <a:latin typeface="Raleway"/>
                <a:ea typeface="Raleway"/>
                <a:cs typeface="Raleway"/>
                <a:sym typeface="Raleway"/>
              </a:defRPr>
            </a:lvl1pPr>
            <a:lvl2pPr lvl="1"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2pPr>
            <a:lvl3pPr lvl="2"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3pPr>
            <a:lvl4pPr lvl="3"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4pPr>
            <a:lvl5pPr lvl="4"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5pPr>
            <a:lvl6pPr lvl="5"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6pPr>
            <a:lvl7pPr lvl="6"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7pPr>
            <a:lvl8pPr lvl="7"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8pPr>
            <a:lvl9pPr lvl="8"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1pPr>
            <a:lvl2pPr marL="914400" lvl="1" indent="-3175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2pPr>
            <a:lvl3pPr marL="1371600" lvl="2" indent="-3175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3pPr>
            <a:lvl4pPr marL="1828800" lvl="3" indent="-3175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4pPr>
            <a:lvl5pPr marL="2286000" lvl="4" indent="-3175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5pPr>
            <a:lvl6pPr marL="2743200" lvl="5" indent="-3175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6pPr>
            <a:lvl7pPr marL="3200400" lvl="6" indent="-3175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7pPr>
            <a:lvl8pPr marL="3657600" lvl="7" indent="-3175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8pPr>
            <a:lvl9pPr marL="4114800" lvl="8" indent="-3175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8" r:id="rId3"/>
    <p:sldLayoutId id="2147483665" r:id="rId4"/>
    <p:sldLayoutId id="2147483666"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5.jpeg"/></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4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4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4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81">
          <a:extLst>
            <a:ext uri="{FF2B5EF4-FFF2-40B4-BE49-F238E27FC236}">
              <a16:creationId xmlns:a16="http://schemas.microsoft.com/office/drawing/2014/main" id="{56A2C5A4-BD3C-3C6F-8186-B737D9E15168}"/>
            </a:ext>
          </a:extLst>
        </p:cNvPr>
        <p:cNvGrpSpPr/>
        <p:nvPr/>
      </p:nvGrpSpPr>
      <p:grpSpPr>
        <a:xfrm>
          <a:off x="0" y="0"/>
          <a:ext cx="0" cy="0"/>
          <a:chOff x="0" y="0"/>
          <a:chExt cx="0" cy="0"/>
        </a:xfrm>
      </p:grpSpPr>
      <p:sp>
        <p:nvSpPr>
          <p:cNvPr id="382" name="Google Shape;382;p28">
            <a:extLst>
              <a:ext uri="{FF2B5EF4-FFF2-40B4-BE49-F238E27FC236}">
                <a16:creationId xmlns:a16="http://schemas.microsoft.com/office/drawing/2014/main" id="{45756ED9-079C-146E-F793-300749B1D7F1}"/>
              </a:ext>
            </a:extLst>
          </p:cNvPr>
          <p:cNvSpPr txBox="1">
            <a:spLocks noGrp="1"/>
          </p:cNvSpPr>
          <p:nvPr>
            <p:ph type="title"/>
          </p:nvPr>
        </p:nvSpPr>
        <p:spPr>
          <a:xfrm>
            <a:off x="96843" y="0"/>
            <a:ext cx="8645513" cy="617684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br>
              <a:rPr lang="en-US" sz="1800" dirty="0"/>
            </a:br>
            <a:br>
              <a:rPr lang="en-US" sz="1800" dirty="0"/>
            </a:br>
            <a:br>
              <a:rPr lang="en-US" sz="1800" dirty="0"/>
            </a:br>
            <a:br>
              <a:rPr lang="en-US" sz="1800" dirty="0"/>
            </a:br>
            <a:br>
              <a:rPr lang="en-US" sz="1800" dirty="0"/>
            </a:br>
            <a:br>
              <a:rPr lang="en-US" sz="1800"/>
            </a:br>
            <a:r>
              <a:rPr lang="en-US" sz="1800"/>
              <a:t>Quartiles</a:t>
            </a:r>
            <a:br>
              <a:rPr lang="en-US" sz="1800" dirty="0"/>
            </a:br>
            <a:br>
              <a:rPr lang="en-US" sz="1800" dirty="0"/>
            </a:br>
            <a:r>
              <a:rPr lang="en-US" sz="1800" b="0" dirty="0"/>
              <a:t>The three distribution that divide the data into four equal parts. </a:t>
            </a:r>
            <a:br>
              <a:rPr lang="en-US" sz="1800" b="0" dirty="0"/>
            </a:br>
            <a:r>
              <a:rPr lang="en-US" sz="1800" b="0" dirty="0"/>
              <a:t>These values are called Q1, Q2 and Q3. Q1 is called the first and lower Quartile while Q3 is called the lower and 3</a:t>
            </a:r>
            <a:r>
              <a:rPr lang="en-US" sz="1800" b="0" baseline="30000" dirty="0"/>
              <a:t>rd</a:t>
            </a:r>
            <a:r>
              <a:rPr lang="en-US" sz="1800" b="0" dirty="0"/>
              <a:t> Quartile. The Quartile are the values below which 25%. 50% and 70% of the data lie. </a:t>
            </a: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endParaRPr sz="1800" dirty="0"/>
          </a:p>
        </p:txBody>
      </p:sp>
      <p:sp>
        <p:nvSpPr>
          <p:cNvPr id="2" name="AutoShape 2" descr="Quartile example">
            <a:extLst>
              <a:ext uri="{FF2B5EF4-FFF2-40B4-BE49-F238E27FC236}">
                <a16:creationId xmlns:a16="http://schemas.microsoft.com/office/drawing/2014/main" id="{9FB67953-EB03-A7B3-8ED6-60AD8C6F4A2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Quartile example">
            <a:extLst>
              <a:ext uri="{FF2B5EF4-FFF2-40B4-BE49-F238E27FC236}">
                <a16:creationId xmlns:a16="http://schemas.microsoft.com/office/drawing/2014/main" id="{CCC71A0B-E9C8-3A78-5C47-0DA1A164EE4A}"/>
              </a:ext>
            </a:extLst>
          </p:cNvPr>
          <p:cNvSpPr>
            <a:spLocks noChangeAspect="1" noChangeArrowheads="1"/>
          </p:cNvSpPr>
          <p:nvPr/>
        </p:nvSpPr>
        <p:spPr bwMode="auto">
          <a:xfrm>
            <a:off x="4572000" y="25717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6" descr="Quartile example">
            <a:extLst>
              <a:ext uri="{FF2B5EF4-FFF2-40B4-BE49-F238E27FC236}">
                <a16:creationId xmlns:a16="http://schemas.microsoft.com/office/drawing/2014/main" id="{9A5C015B-D0D3-E347-9228-9A973FF81844}"/>
              </a:ext>
            </a:extLst>
          </p:cNvPr>
          <p:cNvSpPr>
            <a:spLocks noChangeAspect="1" noChangeArrowheads="1"/>
          </p:cNvSpPr>
          <p:nvPr/>
        </p:nvSpPr>
        <p:spPr bwMode="auto">
          <a:xfrm>
            <a:off x="4724400" y="2724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8" descr="Quartile example">
            <a:extLst>
              <a:ext uri="{FF2B5EF4-FFF2-40B4-BE49-F238E27FC236}">
                <a16:creationId xmlns:a16="http://schemas.microsoft.com/office/drawing/2014/main" id="{8452016A-2F71-5C65-60F1-C14E5AC5CA9E}"/>
              </a:ext>
            </a:extLst>
          </p:cNvPr>
          <p:cNvSpPr>
            <a:spLocks noChangeAspect="1" noChangeArrowheads="1"/>
          </p:cNvSpPr>
          <p:nvPr/>
        </p:nvSpPr>
        <p:spPr bwMode="auto">
          <a:xfrm>
            <a:off x="4876800" y="28765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10" descr="Quartile example">
            <a:extLst>
              <a:ext uri="{FF2B5EF4-FFF2-40B4-BE49-F238E27FC236}">
                <a16:creationId xmlns:a16="http://schemas.microsoft.com/office/drawing/2014/main" id="{1D8E729E-0F93-CAA6-FE5A-C066ED3A6E1F}"/>
              </a:ext>
            </a:extLst>
          </p:cNvPr>
          <p:cNvSpPr>
            <a:spLocks noChangeAspect="1" noChangeArrowheads="1"/>
          </p:cNvSpPr>
          <p:nvPr/>
        </p:nvSpPr>
        <p:spPr bwMode="auto">
          <a:xfrm>
            <a:off x="5029200" y="30289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 name="Picture 9">
            <a:extLst>
              <a:ext uri="{FF2B5EF4-FFF2-40B4-BE49-F238E27FC236}">
                <a16:creationId xmlns:a16="http://schemas.microsoft.com/office/drawing/2014/main" id="{0994421D-16E3-5C23-8171-1FE5DD2585D5}"/>
              </a:ext>
            </a:extLst>
          </p:cNvPr>
          <p:cNvPicPr>
            <a:picLocks noChangeAspect="1"/>
          </p:cNvPicPr>
          <p:nvPr/>
        </p:nvPicPr>
        <p:blipFill>
          <a:blip r:embed="rId3"/>
          <a:stretch>
            <a:fillRect/>
          </a:stretch>
        </p:blipFill>
        <p:spPr>
          <a:xfrm>
            <a:off x="1346752" y="2794495"/>
            <a:ext cx="6145695" cy="1940127"/>
          </a:xfrm>
          <a:prstGeom prst="rect">
            <a:avLst/>
          </a:prstGeom>
        </p:spPr>
      </p:pic>
    </p:spTree>
    <p:extLst>
      <p:ext uri="{BB962C8B-B14F-4D97-AF65-F5344CB8AC3E}">
        <p14:creationId xmlns:p14="http://schemas.microsoft.com/office/powerpoint/2010/main" val="37606296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81">
          <a:extLst>
            <a:ext uri="{FF2B5EF4-FFF2-40B4-BE49-F238E27FC236}">
              <a16:creationId xmlns:a16="http://schemas.microsoft.com/office/drawing/2014/main" id="{F39D5710-F217-36F8-98E0-9927162926B9}"/>
            </a:ext>
          </a:extLst>
        </p:cNvPr>
        <p:cNvGrpSpPr/>
        <p:nvPr/>
      </p:nvGrpSpPr>
      <p:grpSpPr>
        <a:xfrm>
          <a:off x="0" y="0"/>
          <a:ext cx="0" cy="0"/>
          <a:chOff x="0" y="0"/>
          <a:chExt cx="0" cy="0"/>
        </a:xfrm>
      </p:grpSpPr>
      <p:sp>
        <p:nvSpPr>
          <p:cNvPr id="382" name="Google Shape;382;p28">
            <a:extLst>
              <a:ext uri="{FF2B5EF4-FFF2-40B4-BE49-F238E27FC236}">
                <a16:creationId xmlns:a16="http://schemas.microsoft.com/office/drawing/2014/main" id="{E48D4066-E737-9EDE-DD85-5CDAF25A8D79}"/>
              </a:ext>
            </a:extLst>
          </p:cNvPr>
          <p:cNvSpPr txBox="1">
            <a:spLocks noGrp="1"/>
          </p:cNvSpPr>
          <p:nvPr>
            <p:ph type="title"/>
          </p:nvPr>
        </p:nvSpPr>
        <p:spPr>
          <a:xfrm>
            <a:off x="82174" y="408878"/>
            <a:ext cx="8645513" cy="617684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br>
              <a:rPr lang="en-US" sz="1800" dirty="0"/>
            </a:br>
            <a:br>
              <a:rPr lang="en-US" sz="1800" dirty="0"/>
            </a:br>
            <a:br>
              <a:rPr lang="en-US" sz="1800" dirty="0"/>
            </a:br>
            <a:br>
              <a:rPr lang="en-US" sz="1800" dirty="0"/>
            </a:br>
            <a:br>
              <a:rPr lang="en-US" sz="1800" dirty="0"/>
            </a:br>
            <a:r>
              <a:rPr lang="en-US" sz="1800" dirty="0"/>
              <a:t>1</a:t>
            </a:r>
            <a:r>
              <a:rPr lang="en-US" sz="1800" baseline="30000" dirty="0"/>
              <a:t>st</a:t>
            </a:r>
            <a:r>
              <a:rPr lang="en-US" sz="1800" dirty="0"/>
              <a:t> Quartile </a:t>
            </a: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endParaRPr sz="1800" dirty="0"/>
          </a:p>
        </p:txBody>
      </p:sp>
      <p:sp>
        <p:nvSpPr>
          <p:cNvPr id="2" name="AutoShape 2" descr="Quartile example">
            <a:extLst>
              <a:ext uri="{FF2B5EF4-FFF2-40B4-BE49-F238E27FC236}">
                <a16:creationId xmlns:a16="http://schemas.microsoft.com/office/drawing/2014/main" id="{942A7F5F-6995-3D5E-1FF5-C9C271FBD402}"/>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Quartile example">
            <a:extLst>
              <a:ext uri="{FF2B5EF4-FFF2-40B4-BE49-F238E27FC236}">
                <a16:creationId xmlns:a16="http://schemas.microsoft.com/office/drawing/2014/main" id="{F4F1C7C5-20A5-5BE1-3409-14FDE17F19B6}"/>
              </a:ext>
            </a:extLst>
          </p:cNvPr>
          <p:cNvSpPr>
            <a:spLocks noChangeAspect="1" noChangeArrowheads="1"/>
          </p:cNvSpPr>
          <p:nvPr/>
        </p:nvSpPr>
        <p:spPr bwMode="auto">
          <a:xfrm>
            <a:off x="4572000" y="25717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6" descr="Quartile example">
            <a:extLst>
              <a:ext uri="{FF2B5EF4-FFF2-40B4-BE49-F238E27FC236}">
                <a16:creationId xmlns:a16="http://schemas.microsoft.com/office/drawing/2014/main" id="{226D9BF1-0EDB-EA69-3ADB-1F56A8F1CB46}"/>
              </a:ext>
            </a:extLst>
          </p:cNvPr>
          <p:cNvSpPr>
            <a:spLocks noChangeAspect="1" noChangeArrowheads="1"/>
          </p:cNvSpPr>
          <p:nvPr/>
        </p:nvSpPr>
        <p:spPr bwMode="auto">
          <a:xfrm>
            <a:off x="4724400" y="2724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8" descr="Quartile example">
            <a:extLst>
              <a:ext uri="{FF2B5EF4-FFF2-40B4-BE49-F238E27FC236}">
                <a16:creationId xmlns:a16="http://schemas.microsoft.com/office/drawing/2014/main" id="{B8894094-1155-F01D-7954-F298EC42274E}"/>
              </a:ext>
            </a:extLst>
          </p:cNvPr>
          <p:cNvSpPr>
            <a:spLocks noChangeAspect="1" noChangeArrowheads="1"/>
          </p:cNvSpPr>
          <p:nvPr/>
        </p:nvSpPr>
        <p:spPr bwMode="auto">
          <a:xfrm>
            <a:off x="4876800" y="28765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10" descr="Quartile example">
            <a:extLst>
              <a:ext uri="{FF2B5EF4-FFF2-40B4-BE49-F238E27FC236}">
                <a16:creationId xmlns:a16="http://schemas.microsoft.com/office/drawing/2014/main" id="{0B5E5B2C-94CE-82FB-EB00-BBE90DB6A017}"/>
              </a:ext>
            </a:extLst>
          </p:cNvPr>
          <p:cNvSpPr>
            <a:spLocks noChangeAspect="1" noChangeArrowheads="1"/>
          </p:cNvSpPr>
          <p:nvPr/>
        </p:nvSpPr>
        <p:spPr bwMode="auto">
          <a:xfrm>
            <a:off x="5029200" y="30289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a:extLst>
              <a:ext uri="{FF2B5EF4-FFF2-40B4-BE49-F238E27FC236}">
                <a16:creationId xmlns:a16="http://schemas.microsoft.com/office/drawing/2014/main" id="{C4302EAB-E714-1594-90C2-0D02F0344332}"/>
              </a:ext>
            </a:extLst>
          </p:cNvPr>
          <p:cNvPicPr>
            <a:picLocks noChangeAspect="1"/>
          </p:cNvPicPr>
          <p:nvPr/>
        </p:nvPicPr>
        <p:blipFill>
          <a:blip r:embed="rId3"/>
          <a:stretch>
            <a:fillRect/>
          </a:stretch>
        </p:blipFill>
        <p:spPr>
          <a:xfrm>
            <a:off x="157125" y="956475"/>
            <a:ext cx="6491013" cy="2728196"/>
          </a:xfrm>
          <a:prstGeom prst="rect">
            <a:avLst/>
          </a:prstGeom>
        </p:spPr>
      </p:pic>
    </p:spTree>
    <p:extLst>
      <p:ext uri="{BB962C8B-B14F-4D97-AF65-F5344CB8AC3E}">
        <p14:creationId xmlns:p14="http://schemas.microsoft.com/office/powerpoint/2010/main" val="622605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81">
          <a:extLst>
            <a:ext uri="{FF2B5EF4-FFF2-40B4-BE49-F238E27FC236}">
              <a16:creationId xmlns:a16="http://schemas.microsoft.com/office/drawing/2014/main" id="{425F4ECC-3EC8-9C74-D7FF-F32E02CA0C7E}"/>
            </a:ext>
          </a:extLst>
        </p:cNvPr>
        <p:cNvGrpSpPr/>
        <p:nvPr/>
      </p:nvGrpSpPr>
      <p:grpSpPr>
        <a:xfrm>
          <a:off x="0" y="0"/>
          <a:ext cx="0" cy="0"/>
          <a:chOff x="0" y="0"/>
          <a:chExt cx="0" cy="0"/>
        </a:xfrm>
      </p:grpSpPr>
      <p:sp>
        <p:nvSpPr>
          <p:cNvPr id="382" name="Google Shape;382;p28">
            <a:extLst>
              <a:ext uri="{FF2B5EF4-FFF2-40B4-BE49-F238E27FC236}">
                <a16:creationId xmlns:a16="http://schemas.microsoft.com/office/drawing/2014/main" id="{CABE5E25-DA9C-AC87-90B5-EA1189AD5BE6}"/>
              </a:ext>
            </a:extLst>
          </p:cNvPr>
          <p:cNvSpPr txBox="1">
            <a:spLocks noGrp="1"/>
          </p:cNvSpPr>
          <p:nvPr>
            <p:ph type="title"/>
          </p:nvPr>
        </p:nvSpPr>
        <p:spPr>
          <a:xfrm>
            <a:off x="82174" y="408878"/>
            <a:ext cx="8645513" cy="617684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br>
              <a:rPr lang="en-US" sz="1800" dirty="0"/>
            </a:br>
            <a:br>
              <a:rPr lang="en-US" sz="1800" dirty="0"/>
            </a:br>
            <a:br>
              <a:rPr lang="en-US" sz="1800" dirty="0"/>
            </a:br>
            <a:br>
              <a:rPr lang="en-US" sz="1800" dirty="0"/>
            </a:br>
            <a:br>
              <a:rPr lang="en-US" sz="1800" dirty="0"/>
            </a:br>
            <a:r>
              <a:rPr lang="en-US" sz="1800" dirty="0"/>
              <a:t>2</a:t>
            </a:r>
            <a:r>
              <a:rPr lang="en-US" sz="1800" baseline="30000" dirty="0"/>
              <a:t>nd</a:t>
            </a:r>
            <a:r>
              <a:rPr lang="en-US" sz="1800" dirty="0"/>
              <a:t> and 3</a:t>
            </a:r>
            <a:r>
              <a:rPr lang="en-US" sz="1800" baseline="30000" dirty="0"/>
              <a:t>rd</a:t>
            </a:r>
            <a:r>
              <a:rPr lang="en-US" sz="1800" dirty="0"/>
              <a:t> Quartile </a:t>
            </a: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endParaRPr sz="1800" dirty="0"/>
          </a:p>
        </p:txBody>
      </p:sp>
      <p:sp>
        <p:nvSpPr>
          <p:cNvPr id="2" name="AutoShape 2" descr="Quartile example">
            <a:extLst>
              <a:ext uri="{FF2B5EF4-FFF2-40B4-BE49-F238E27FC236}">
                <a16:creationId xmlns:a16="http://schemas.microsoft.com/office/drawing/2014/main" id="{72504CA6-818F-0716-D6D7-EBEA51387EBB}"/>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Quartile example">
            <a:extLst>
              <a:ext uri="{FF2B5EF4-FFF2-40B4-BE49-F238E27FC236}">
                <a16:creationId xmlns:a16="http://schemas.microsoft.com/office/drawing/2014/main" id="{13073431-2733-F792-13F8-788E5164D080}"/>
              </a:ext>
            </a:extLst>
          </p:cNvPr>
          <p:cNvSpPr>
            <a:spLocks noChangeAspect="1" noChangeArrowheads="1"/>
          </p:cNvSpPr>
          <p:nvPr/>
        </p:nvSpPr>
        <p:spPr bwMode="auto">
          <a:xfrm>
            <a:off x="4572000" y="25717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6" descr="Quartile example">
            <a:extLst>
              <a:ext uri="{FF2B5EF4-FFF2-40B4-BE49-F238E27FC236}">
                <a16:creationId xmlns:a16="http://schemas.microsoft.com/office/drawing/2014/main" id="{065A0EE0-A3B7-D955-6316-8FBC9CB2D93E}"/>
              </a:ext>
            </a:extLst>
          </p:cNvPr>
          <p:cNvSpPr>
            <a:spLocks noChangeAspect="1" noChangeArrowheads="1"/>
          </p:cNvSpPr>
          <p:nvPr/>
        </p:nvSpPr>
        <p:spPr bwMode="auto">
          <a:xfrm>
            <a:off x="4724400" y="2724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8" descr="Quartile example">
            <a:extLst>
              <a:ext uri="{FF2B5EF4-FFF2-40B4-BE49-F238E27FC236}">
                <a16:creationId xmlns:a16="http://schemas.microsoft.com/office/drawing/2014/main" id="{E165F254-B331-4138-CBC8-B1DEC1FBA6E9}"/>
              </a:ext>
            </a:extLst>
          </p:cNvPr>
          <p:cNvSpPr>
            <a:spLocks noChangeAspect="1" noChangeArrowheads="1"/>
          </p:cNvSpPr>
          <p:nvPr/>
        </p:nvSpPr>
        <p:spPr bwMode="auto">
          <a:xfrm>
            <a:off x="4876800" y="28765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10" descr="Quartile example">
            <a:extLst>
              <a:ext uri="{FF2B5EF4-FFF2-40B4-BE49-F238E27FC236}">
                <a16:creationId xmlns:a16="http://schemas.microsoft.com/office/drawing/2014/main" id="{06D3F537-958E-AFBE-C743-736365EE904D}"/>
              </a:ext>
            </a:extLst>
          </p:cNvPr>
          <p:cNvSpPr>
            <a:spLocks noChangeAspect="1" noChangeArrowheads="1"/>
          </p:cNvSpPr>
          <p:nvPr/>
        </p:nvSpPr>
        <p:spPr bwMode="auto">
          <a:xfrm>
            <a:off x="5029200" y="30289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id="{A914DAB0-4804-5D64-75DE-5FA45C297070}"/>
              </a:ext>
            </a:extLst>
          </p:cNvPr>
          <p:cNvPicPr>
            <a:picLocks noChangeAspect="1"/>
          </p:cNvPicPr>
          <p:nvPr/>
        </p:nvPicPr>
        <p:blipFill>
          <a:blip r:embed="rId3"/>
          <a:stretch>
            <a:fillRect/>
          </a:stretch>
        </p:blipFill>
        <p:spPr>
          <a:xfrm>
            <a:off x="220599" y="901947"/>
            <a:ext cx="7338696" cy="3444538"/>
          </a:xfrm>
          <a:prstGeom prst="rect">
            <a:avLst/>
          </a:prstGeom>
        </p:spPr>
      </p:pic>
    </p:spTree>
    <p:extLst>
      <p:ext uri="{BB962C8B-B14F-4D97-AF65-F5344CB8AC3E}">
        <p14:creationId xmlns:p14="http://schemas.microsoft.com/office/powerpoint/2010/main" val="24931974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81">
          <a:extLst>
            <a:ext uri="{FF2B5EF4-FFF2-40B4-BE49-F238E27FC236}">
              <a16:creationId xmlns:a16="http://schemas.microsoft.com/office/drawing/2014/main" id="{12794A2C-D55C-9603-0F2E-C955A65EF243}"/>
            </a:ext>
          </a:extLst>
        </p:cNvPr>
        <p:cNvGrpSpPr/>
        <p:nvPr/>
      </p:nvGrpSpPr>
      <p:grpSpPr>
        <a:xfrm>
          <a:off x="0" y="0"/>
          <a:ext cx="0" cy="0"/>
          <a:chOff x="0" y="0"/>
          <a:chExt cx="0" cy="0"/>
        </a:xfrm>
      </p:grpSpPr>
      <p:sp>
        <p:nvSpPr>
          <p:cNvPr id="382" name="Google Shape;382;p28">
            <a:extLst>
              <a:ext uri="{FF2B5EF4-FFF2-40B4-BE49-F238E27FC236}">
                <a16:creationId xmlns:a16="http://schemas.microsoft.com/office/drawing/2014/main" id="{DF4D1FC0-FBFA-6C38-D2DA-6C232945D7C3}"/>
              </a:ext>
            </a:extLst>
          </p:cNvPr>
          <p:cNvSpPr txBox="1">
            <a:spLocks noGrp="1"/>
          </p:cNvSpPr>
          <p:nvPr>
            <p:ph type="title"/>
          </p:nvPr>
        </p:nvSpPr>
        <p:spPr>
          <a:xfrm>
            <a:off x="82174" y="408878"/>
            <a:ext cx="8645513" cy="617684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br>
              <a:rPr lang="en-US" sz="1800" dirty="0"/>
            </a:br>
            <a:br>
              <a:rPr lang="en-US" sz="1800" dirty="0"/>
            </a:br>
            <a:br>
              <a:rPr lang="en-US" sz="1800" dirty="0"/>
            </a:br>
            <a:br>
              <a:rPr lang="en-US" sz="1800" dirty="0"/>
            </a:br>
            <a:br>
              <a:rPr lang="en-US" sz="1800" dirty="0"/>
            </a:br>
            <a:r>
              <a:rPr lang="en-US" sz="1800" dirty="0"/>
              <a:t> </a:t>
            </a: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endParaRPr sz="1800" dirty="0"/>
          </a:p>
        </p:txBody>
      </p:sp>
      <p:sp>
        <p:nvSpPr>
          <p:cNvPr id="2" name="AutoShape 2" descr="Quartile example">
            <a:extLst>
              <a:ext uri="{FF2B5EF4-FFF2-40B4-BE49-F238E27FC236}">
                <a16:creationId xmlns:a16="http://schemas.microsoft.com/office/drawing/2014/main" id="{A85951C7-B967-BA3E-7CC0-FDD2296E7AD9}"/>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Quartile example">
            <a:extLst>
              <a:ext uri="{FF2B5EF4-FFF2-40B4-BE49-F238E27FC236}">
                <a16:creationId xmlns:a16="http://schemas.microsoft.com/office/drawing/2014/main" id="{B2BA5284-7713-05D6-F6E7-12A5289C4669}"/>
              </a:ext>
            </a:extLst>
          </p:cNvPr>
          <p:cNvSpPr>
            <a:spLocks noChangeAspect="1" noChangeArrowheads="1"/>
          </p:cNvSpPr>
          <p:nvPr/>
        </p:nvSpPr>
        <p:spPr bwMode="auto">
          <a:xfrm>
            <a:off x="4572000" y="25717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6" descr="Quartile example">
            <a:extLst>
              <a:ext uri="{FF2B5EF4-FFF2-40B4-BE49-F238E27FC236}">
                <a16:creationId xmlns:a16="http://schemas.microsoft.com/office/drawing/2014/main" id="{B2B42961-A621-6C96-083B-EFA6753C7C86}"/>
              </a:ext>
            </a:extLst>
          </p:cNvPr>
          <p:cNvSpPr>
            <a:spLocks noChangeAspect="1" noChangeArrowheads="1"/>
          </p:cNvSpPr>
          <p:nvPr/>
        </p:nvSpPr>
        <p:spPr bwMode="auto">
          <a:xfrm>
            <a:off x="4724400" y="2724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8" descr="Quartile example">
            <a:extLst>
              <a:ext uri="{FF2B5EF4-FFF2-40B4-BE49-F238E27FC236}">
                <a16:creationId xmlns:a16="http://schemas.microsoft.com/office/drawing/2014/main" id="{A1713506-E0BE-ADEE-5C07-C6CDBFDAA416}"/>
              </a:ext>
            </a:extLst>
          </p:cNvPr>
          <p:cNvSpPr>
            <a:spLocks noChangeAspect="1" noChangeArrowheads="1"/>
          </p:cNvSpPr>
          <p:nvPr/>
        </p:nvSpPr>
        <p:spPr bwMode="auto">
          <a:xfrm>
            <a:off x="4876800" y="28765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10" descr="Quartile example">
            <a:extLst>
              <a:ext uri="{FF2B5EF4-FFF2-40B4-BE49-F238E27FC236}">
                <a16:creationId xmlns:a16="http://schemas.microsoft.com/office/drawing/2014/main" id="{418B4855-0816-C734-235F-7EE83E1FC42D}"/>
              </a:ext>
            </a:extLst>
          </p:cNvPr>
          <p:cNvSpPr>
            <a:spLocks noChangeAspect="1" noChangeArrowheads="1"/>
          </p:cNvSpPr>
          <p:nvPr/>
        </p:nvSpPr>
        <p:spPr bwMode="auto">
          <a:xfrm>
            <a:off x="5029200" y="30289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a:extLst>
              <a:ext uri="{FF2B5EF4-FFF2-40B4-BE49-F238E27FC236}">
                <a16:creationId xmlns:a16="http://schemas.microsoft.com/office/drawing/2014/main" id="{D1E01629-3840-6A19-AF7C-FAF9DDD67553}"/>
              </a:ext>
            </a:extLst>
          </p:cNvPr>
          <p:cNvPicPr>
            <a:picLocks noChangeAspect="1"/>
          </p:cNvPicPr>
          <p:nvPr/>
        </p:nvPicPr>
        <p:blipFill>
          <a:blip r:embed="rId3"/>
          <a:stretch>
            <a:fillRect/>
          </a:stretch>
        </p:blipFill>
        <p:spPr>
          <a:xfrm>
            <a:off x="281402" y="300197"/>
            <a:ext cx="3825572" cy="975445"/>
          </a:xfrm>
          <a:prstGeom prst="rect">
            <a:avLst/>
          </a:prstGeom>
        </p:spPr>
      </p:pic>
      <p:pic>
        <p:nvPicPr>
          <p:cNvPr id="11" name="Picture 10">
            <a:extLst>
              <a:ext uri="{FF2B5EF4-FFF2-40B4-BE49-F238E27FC236}">
                <a16:creationId xmlns:a16="http://schemas.microsoft.com/office/drawing/2014/main" id="{16DA6F37-3BA5-83F8-741A-C2C34C55A3A1}"/>
              </a:ext>
            </a:extLst>
          </p:cNvPr>
          <p:cNvPicPr>
            <a:picLocks noChangeAspect="1"/>
          </p:cNvPicPr>
          <p:nvPr/>
        </p:nvPicPr>
        <p:blipFill>
          <a:blip r:embed="rId4"/>
          <a:srcRect l="2178" t="1445"/>
          <a:stretch/>
        </p:blipFill>
        <p:spPr>
          <a:xfrm>
            <a:off x="416313" y="1384322"/>
            <a:ext cx="6060390" cy="3350299"/>
          </a:xfrm>
          <a:prstGeom prst="rect">
            <a:avLst/>
          </a:prstGeom>
        </p:spPr>
      </p:pic>
    </p:spTree>
    <p:extLst>
      <p:ext uri="{BB962C8B-B14F-4D97-AF65-F5344CB8AC3E}">
        <p14:creationId xmlns:p14="http://schemas.microsoft.com/office/powerpoint/2010/main" val="1565294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81">
          <a:extLst>
            <a:ext uri="{FF2B5EF4-FFF2-40B4-BE49-F238E27FC236}">
              <a16:creationId xmlns:a16="http://schemas.microsoft.com/office/drawing/2014/main" id="{D71AE856-26F8-DE3D-0358-1ED7BD6E86F9}"/>
            </a:ext>
          </a:extLst>
        </p:cNvPr>
        <p:cNvGrpSpPr/>
        <p:nvPr/>
      </p:nvGrpSpPr>
      <p:grpSpPr>
        <a:xfrm>
          <a:off x="0" y="0"/>
          <a:ext cx="0" cy="0"/>
          <a:chOff x="0" y="0"/>
          <a:chExt cx="0" cy="0"/>
        </a:xfrm>
      </p:grpSpPr>
      <p:sp>
        <p:nvSpPr>
          <p:cNvPr id="382" name="Google Shape;382;p28">
            <a:extLst>
              <a:ext uri="{FF2B5EF4-FFF2-40B4-BE49-F238E27FC236}">
                <a16:creationId xmlns:a16="http://schemas.microsoft.com/office/drawing/2014/main" id="{9D003D11-1440-FA4A-DF0A-0A67D3917AAE}"/>
              </a:ext>
            </a:extLst>
          </p:cNvPr>
          <p:cNvSpPr txBox="1">
            <a:spLocks noGrp="1"/>
          </p:cNvSpPr>
          <p:nvPr>
            <p:ph type="title"/>
          </p:nvPr>
        </p:nvSpPr>
        <p:spPr>
          <a:xfrm>
            <a:off x="82174" y="408878"/>
            <a:ext cx="8645513" cy="617684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br>
              <a:rPr lang="en-US" sz="1800" dirty="0"/>
            </a:br>
            <a:br>
              <a:rPr lang="en-US" sz="1800" dirty="0"/>
            </a:br>
            <a:br>
              <a:rPr lang="en-US" sz="1800" dirty="0"/>
            </a:br>
            <a:br>
              <a:rPr lang="en-US" sz="1800" dirty="0"/>
            </a:br>
            <a:br>
              <a:rPr lang="en-US" sz="1800" dirty="0"/>
            </a:br>
            <a:r>
              <a:rPr lang="en-US" sz="1800" dirty="0"/>
              <a:t> </a:t>
            </a: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endParaRPr sz="1800" dirty="0"/>
          </a:p>
        </p:txBody>
      </p:sp>
      <p:sp>
        <p:nvSpPr>
          <p:cNvPr id="2" name="AutoShape 2" descr="Quartile example">
            <a:extLst>
              <a:ext uri="{FF2B5EF4-FFF2-40B4-BE49-F238E27FC236}">
                <a16:creationId xmlns:a16="http://schemas.microsoft.com/office/drawing/2014/main" id="{712DA661-BF5C-6BB5-CE38-41A0774EBE38}"/>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Quartile example">
            <a:extLst>
              <a:ext uri="{FF2B5EF4-FFF2-40B4-BE49-F238E27FC236}">
                <a16:creationId xmlns:a16="http://schemas.microsoft.com/office/drawing/2014/main" id="{E2873808-DBD4-0E9C-7994-7305DCD0C976}"/>
              </a:ext>
            </a:extLst>
          </p:cNvPr>
          <p:cNvSpPr>
            <a:spLocks noChangeAspect="1" noChangeArrowheads="1"/>
          </p:cNvSpPr>
          <p:nvPr/>
        </p:nvSpPr>
        <p:spPr bwMode="auto">
          <a:xfrm>
            <a:off x="4572000" y="25717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6" descr="Quartile example">
            <a:extLst>
              <a:ext uri="{FF2B5EF4-FFF2-40B4-BE49-F238E27FC236}">
                <a16:creationId xmlns:a16="http://schemas.microsoft.com/office/drawing/2014/main" id="{37850393-E108-68C0-8B54-F2EB787BC632}"/>
              </a:ext>
            </a:extLst>
          </p:cNvPr>
          <p:cNvSpPr>
            <a:spLocks noChangeAspect="1" noChangeArrowheads="1"/>
          </p:cNvSpPr>
          <p:nvPr/>
        </p:nvSpPr>
        <p:spPr bwMode="auto">
          <a:xfrm>
            <a:off x="4724400" y="2724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8" descr="Quartile example">
            <a:extLst>
              <a:ext uri="{FF2B5EF4-FFF2-40B4-BE49-F238E27FC236}">
                <a16:creationId xmlns:a16="http://schemas.microsoft.com/office/drawing/2014/main" id="{D789C178-6E2F-A284-A15A-211C8E08AB4C}"/>
              </a:ext>
            </a:extLst>
          </p:cNvPr>
          <p:cNvSpPr>
            <a:spLocks noChangeAspect="1" noChangeArrowheads="1"/>
          </p:cNvSpPr>
          <p:nvPr/>
        </p:nvSpPr>
        <p:spPr bwMode="auto">
          <a:xfrm>
            <a:off x="4876800" y="28765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10" descr="Quartile example">
            <a:extLst>
              <a:ext uri="{FF2B5EF4-FFF2-40B4-BE49-F238E27FC236}">
                <a16:creationId xmlns:a16="http://schemas.microsoft.com/office/drawing/2014/main" id="{26CF9080-0F96-200C-BA59-BF27B15AC482}"/>
              </a:ext>
            </a:extLst>
          </p:cNvPr>
          <p:cNvSpPr>
            <a:spLocks noChangeAspect="1" noChangeArrowheads="1"/>
          </p:cNvSpPr>
          <p:nvPr/>
        </p:nvSpPr>
        <p:spPr bwMode="auto">
          <a:xfrm>
            <a:off x="5029200" y="30289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id="{AC434DC0-F9C8-D39D-A202-471484ADB6CD}"/>
              </a:ext>
            </a:extLst>
          </p:cNvPr>
          <p:cNvPicPr>
            <a:picLocks noChangeAspect="1"/>
          </p:cNvPicPr>
          <p:nvPr/>
        </p:nvPicPr>
        <p:blipFill>
          <a:blip r:embed="rId3"/>
          <a:stretch>
            <a:fillRect/>
          </a:stretch>
        </p:blipFill>
        <p:spPr>
          <a:xfrm>
            <a:off x="180947" y="408878"/>
            <a:ext cx="7148179" cy="4092295"/>
          </a:xfrm>
          <a:prstGeom prst="rect">
            <a:avLst/>
          </a:prstGeom>
        </p:spPr>
      </p:pic>
    </p:spTree>
    <p:extLst>
      <p:ext uri="{BB962C8B-B14F-4D97-AF65-F5344CB8AC3E}">
        <p14:creationId xmlns:p14="http://schemas.microsoft.com/office/powerpoint/2010/main" val="24152592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81">
          <a:extLst>
            <a:ext uri="{FF2B5EF4-FFF2-40B4-BE49-F238E27FC236}">
              <a16:creationId xmlns:a16="http://schemas.microsoft.com/office/drawing/2014/main" id="{2DC56BF6-0576-7D73-5418-5F78808A4627}"/>
            </a:ext>
          </a:extLst>
        </p:cNvPr>
        <p:cNvGrpSpPr/>
        <p:nvPr/>
      </p:nvGrpSpPr>
      <p:grpSpPr>
        <a:xfrm>
          <a:off x="0" y="0"/>
          <a:ext cx="0" cy="0"/>
          <a:chOff x="0" y="0"/>
          <a:chExt cx="0" cy="0"/>
        </a:xfrm>
      </p:grpSpPr>
      <p:sp>
        <p:nvSpPr>
          <p:cNvPr id="382" name="Google Shape;382;p28">
            <a:extLst>
              <a:ext uri="{FF2B5EF4-FFF2-40B4-BE49-F238E27FC236}">
                <a16:creationId xmlns:a16="http://schemas.microsoft.com/office/drawing/2014/main" id="{163EAD2F-DEB3-A189-603C-B8089D45866E}"/>
              </a:ext>
            </a:extLst>
          </p:cNvPr>
          <p:cNvSpPr txBox="1">
            <a:spLocks noGrp="1"/>
          </p:cNvSpPr>
          <p:nvPr>
            <p:ph type="title"/>
          </p:nvPr>
        </p:nvSpPr>
        <p:spPr>
          <a:xfrm>
            <a:off x="82174" y="408878"/>
            <a:ext cx="8645513" cy="617684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br>
              <a:rPr lang="en-US" sz="1800" dirty="0"/>
            </a:br>
            <a:br>
              <a:rPr lang="en-US" sz="1800" dirty="0"/>
            </a:br>
            <a:br>
              <a:rPr lang="en-US" sz="1800" dirty="0"/>
            </a:br>
            <a:br>
              <a:rPr lang="en-US" sz="1800" dirty="0"/>
            </a:br>
            <a:br>
              <a:rPr lang="en-US" sz="1800" dirty="0"/>
            </a:br>
            <a:r>
              <a:rPr lang="en-US" sz="1800" dirty="0"/>
              <a:t> </a:t>
            </a: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endParaRPr sz="1800" dirty="0"/>
          </a:p>
        </p:txBody>
      </p:sp>
      <p:sp>
        <p:nvSpPr>
          <p:cNvPr id="2" name="AutoShape 2" descr="Quartile example">
            <a:extLst>
              <a:ext uri="{FF2B5EF4-FFF2-40B4-BE49-F238E27FC236}">
                <a16:creationId xmlns:a16="http://schemas.microsoft.com/office/drawing/2014/main" id="{CB5E96B8-DE23-E6BE-162C-48AF344FAB70}"/>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Quartile example">
            <a:extLst>
              <a:ext uri="{FF2B5EF4-FFF2-40B4-BE49-F238E27FC236}">
                <a16:creationId xmlns:a16="http://schemas.microsoft.com/office/drawing/2014/main" id="{4B7153B8-3C69-F8D0-2AC4-E3451D4AC242}"/>
              </a:ext>
            </a:extLst>
          </p:cNvPr>
          <p:cNvSpPr>
            <a:spLocks noChangeAspect="1" noChangeArrowheads="1"/>
          </p:cNvSpPr>
          <p:nvPr/>
        </p:nvSpPr>
        <p:spPr bwMode="auto">
          <a:xfrm>
            <a:off x="4572000" y="25717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6" descr="Quartile example">
            <a:extLst>
              <a:ext uri="{FF2B5EF4-FFF2-40B4-BE49-F238E27FC236}">
                <a16:creationId xmlns:a16="http://schemas.microsoft.com/office/drawing/2014/main" id="{E23B6D9B-3DD2-9371-EFEB-95B49BEE2B49}"/>
              </a:ext>
            </a:extLst>
          </p:cNvPr>
          <p:cNvSpPr>
            <a:spLocks noChangeAspect="1" noChangeArrowheads="1"/>
          </p:cNvSpPr>
          <p:nvPr/>
        </p:nvSpPr>
        <p:spPr bwMode="auto">
          <a:xfrm>
            <a:off x="4724400" y="2724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8" descr="Quartile example">
            <a:extLst>
              <a:ext uri="{FF2B5EF4-FFF2-40B4-BE49-F238E27FC236}">
                <a16:creationId xmlns:a16="http://schemas.microsoft.com/office/drawing/2014/main" id="{631D659F-0E52-5473-3A0A-5E013935AE53}"/>
              </a:ext>
            </a:extLst>
          </p:cNvPr>
          <p:cNvSpPr>
            <a:spLocks noChangeAspect="1" noChangeArrowheads="1"/>
          </p:cNvSpPr>
          <p:nvPr/>
        </p:nvSpPr>
        <p:spPr bwMode="auto">
          <a:xfrm>
            <a:off x="4876800" y="28765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10" descr="Quartile example">
            <a:extLst>
              <a:ext uri="{FF2B5EF4-FFF2-40B4-BE49-F238E27FC236}">
                <a16:creationId xmlns:a16="http://schemas.microsoft.com/office/drawing/2014/main" id="{DC29742E-31AA-7517-CF3A-CD67EAEEB5B9}"/>
              </a:ext>
            </a:extLst>
          </p:cNvPr>
          <p:cNvSpPr>
            <a:spLocks noChangeAspect="1" noChangeArrowheads="1"/>
          </p:cNvSpPr>
          <p:nvPr/>
        </p:nvSpPr>
        <p:spPr bwMode="auto">
          <a:xfrm>
            <a:off x="5029200" y="30289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76C6BE95-7405-7E3A-4027-561C0545A774}"/>
              </a:ext>
            </a:extLst>
          </p:cNvPr>
          <p:cNvSpPr txBox="1"/>
          <p:nvPr/>
        </p:nvSpPr>
        <p:spPr>
          <a:xfrm>
            <a:off x="228934" y="383807"/>
            <a:ext cx="6149379" cy="4185761"/>
          </a:xfrm>
          <a:prstGeom prst="rect">
            <a:avLst/>
          </a:prstGeom>
          <a:noFill/>
        </p:spPr>
        <p:txBody>
          <a:bodyPr wrap="square">
            <a:spAutoFit/>
          </a:bodyPr>
          <a:lstStyle/>
          <a:p>
            <a:pPr algn="l"/>
            <a:r>
              <a:rPr lang="en-US" b="0" i="0" dirty="0">
                <a:solidFill>
                  <a:srgbClr val="111111"/>
                </a:solidFill>
                <a:effectLst/>
                <a:latin typeface="SourceSansPro"/>
              </a:rPr>
              <a:t>Find the Quartiles for the following data set: </a:t>
            </a:r>
          </a:p>
          <a:p>
            <a:pPr algn="l"/>
            <a:endParaRPr lang="en-US" b="0" i="0" dirty="0">
              <a:solidFill>
                <a:srgbClr val="111111"/>
              </a:solidFill>
              <a:effectLst/>
              <a:latin typeface="SourceSansPro"/>
            </a:endParaRPr>
          </a:p>
          <a:p>
            <a:pPr algn="l"/>
            <a:endParaRPr lang="en-US" dirty="0">
              <a:solidFill>
                <a:srgbClr val="111111"/>
              </a:solidFill>
              <a:latin typeface="SourceSansPro"/>
            </a:endParaRPr>
          </a:p>
          <a:p>
            <a:pPr marL="285750" indent="-285750" algn="l">
              <a:buFont typeface="Arial" panose="020B0604020202020204" pitchFamily="34" charset="0"/>
              <a:buChar char="•"/>
            </a:pPr>
            <a:r>
              <a:rPr lang="en-US" b="0" i="0" dirty="0">
                <a:solidFill>
                  <a:srgbClr val="111111"/>
                </a:solidFill>
                <a:effectLst/>
                <a:latin typeface="SourceSansPro"/>
              </a:rPr>
              <a:t>59, 60, 65, 65, 68, 69, 70, 72, 75, 75, 76, 77, 81, 82, 84, 87, 90, 95, 98</a:t>
            </a:r>
          </a:p>
          <a:p>
            <a:pPr algn="l"/>
            <a:endParaRPr lang="en-US" b="0" i="0" dirty="0">
              <a:solidFill>
                <a:srgbClr val="111111"/>
              </a:solidFill>
              <a:effectLst/>
              <a:latin typeface="SourceSansPro"/>
            </a:endParaRPr>
          </a:p>
          <a:p>
            <a:pPr algn="l"/>
            <a:r>
              <a:rPr lang="en-US" b="0" i="0" dirty="0">
                <a:solidFill>
                  <a:srgbClr val="111111"/>
                </a:solidFill>
                <a:effectLst/>
                <a:latin typeface="SourceSansPro"/>
              </a:rPr>
              <a:t>First Quartile (Q1) = 20 x 1/4 = 5</a:t>
            </a:r>
          </a:p>
          <a:p>
            <a:pPr algn="l"/>
            <a:r>
              <a:rPr lang="en-US" b="0" i="0" dirty="0">
                <a:solidFill>
                  <a:srgbClr val="111111"/>
                </a:solidFill>
                <a:effectLst/>
                <a:latin typeface="SourceSansPro"/>
              </a:rPr>
              <a:t>Second Quartile (Q2) = 20 x 2/4 = 10</a:t>
            </a:r>
          </a:p>
          <a:p>
            <a:pPr algn="l"/>
            <a:r>
              <a:rPr lang="en-US" b="0" i="0" dirty="0">
                <a:solidFill>
                  <a:srgbClr val="111111"/>
                </a:solidFill>
                <a:effectLst/>
                <a:latin typeface="SourceSansPro"/>
              </a:rPr>
              <a:t>Third Quartile (Q3) = 20 x 3/4 = 15</a:t>
            </a:r>
          </a:p>
          <a:p>
            <a:pPr algn="l"/>
            <a:endParaRPr lang="en-US" dirty="0">
              <a:solidFill>
                <a:srgbClr val="111111"/>
              </a:solidFill>
              <a:latin typeface="SourceSansPro"/>
            </a:endParaRPr>
          </a:p>
          <a:p>
            <a:pPr algn="l"/>
            <a:r>
              <a:rPr lang="en-US" b="0" i="0" dirty="0">
                <a:solidFill>
                  <a:srgbClr val="111111"/>
                </a:solidFill>
                <a:effectLst/>
                <a:latin typeface="SourceSansPro"/>
              </a:rPr>
              <a:t>Here, we have the Q1 (fifth) value of 68, the Q2 (tenth and the median) value of 75, and the Q3 (fifteenth) value of 84.</a:t>
            </a:r>
          </a:p>
          <a:p>
            <a:pPr algn="l"/>
            <a:endParaRPr lang="en-US" dirty="0">
              <a:solidFill>
                <a:srgbClr val="111111"/>
              </a:solidFill>
              <a:latin typeface="SourceSansPro"/>
            </a:endParaRPr>
          </a:p>
          <a:p>
            <a:pPr algn="l"/>
            <a:endParaRPr lang="en-US" b="0" i="0" dirty="0">
              <a:solidFill>
                <a:srgbClr val="111111"/>
              </a:solidFill>
              <a:effectLst/>
              <a:latin typeface="SourceSansPro"/>
            </a:endParaRPr>
          </a:p>
          <a:p>
            <a:pPr marL="285750" indent="-285750" algn="l">
              <a:buFont typeface="Arial" panose="020B0604020202020204" pitchFamily="34" charset="0"/>
              <a:buChar char="•"/>
            </a:pPr>
            <a:endParaRPr lang="en-US" dirty="0">
              <a:solidFill>
                <a:srgbClr val="111111"/>
              </a:solidFill>
              <a:latin typeface="SourceSansPro"/>
            </a:endParaRPr>
          </a:p>
          <a:p>
            <a:pPr algn="l"/>
            <a:endParaRPr lang="en-US" b="0" i="0" dirty="0">
              <a:solidFill>
                <a:srgbClr val="111111"/>
              </a:solidFill>
              <a:effectLst/>
              <a:latin typeface="SourceSansPro"/>
            </a:endParaRPr>
          </a:p>
          <a:p>
            <a:pPr marL="285750" indent="-285750" algn="l">
              <a:buFont typeface="Arial" panose="020B0604020202020204" pitchFamily="34" charset="0"/>
              <a:buChar char="•"/>
            </a:pPr>
            <a:endParaRPr lang="en-US" b="0" i="0" dirty="0">
              <a:solidFill>
                <a:srgbClr val="111111"/>
              </a:solidFill>
              <a:effectLst/>
              <a:latin typeface="SourceSansPro"/>
            </a:endParaRPr>
          </a:p>
          <a:p>
            <a:pPr algn="l"/>
            <a:endParaRPr lang="en-US" dirty="0">
              <a:solidFill>
                <a:srgbClr val="111111"/>
              </a:solidFill>
              <a:latin typeface="SourceSansPro"/>
            </a:endParaRPr>
          </a:p>
          <a:p>
            <a:pPr algn="l"/>
            <a:endParaRPr lang="en-US" b="0" i="0" dirty="0">
              <a:solidFill>
                <a:srgbClr val="111111"/>
              </a:solidFill>
              <a:effectLst/>
              <a:latin typeface="SourceSansPro"/>
            </a:endParaRPr>
          </a:p>
          <a:p>
            <a:pPr algn="l"/>
            <a:endParaRPr lang="en-US" b="0" i="0" dirty="0">
              <a:solidFill>
                <a:srgbClr val="111111"/>
              </a:solidFill>
              <a:effectLst/>
              <a:latin typeface="SourceSansPro"/>
            </a:endParaRPr>
          </a:p>
        </p:txBody>
      </p:sp>
      <p:sp>
        <p:nvSpPr>
          <p:cNvPr id="10" name="AutoShape 2" descr="Example Quartile">
            <a:extLst>
              <a:ext uri="{FF2B5EF4-FFF2-40B4-BE49-F238E27FC236}">
                <a16:creationId xmlns:a16="http://schemas.microsoft.com/office/drawing/2014/main" id="{E3C33D5C-2211-5C36-BFB8-6B234065CBEF}"/>
              </a:ext>
            </a:extLst>
          </p:cNvPr>
          <p:cNvSpPr>
            <a:spLocks noChangeAspect="1" noChangeArrowheads="1"/>
          </p:cNvSpPr>
          <p:nvPr/>
        </p:nvSpPr>
        <p:spPr bwMode="auto">
          <a:xfrm>
            <a:off x="5181600" y="3181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2" name="Picture 11">
            <a:extLst>
              <a:ext uri="{FF2B5EF4-FFF2-40B4-BE49-F238E27FC236}">
                <a16:creationId xmlns:a16="http://schemas.microsoft.com/office/drawing/2014/main" id="{8307AACA-C1CA-859D-8358-0889243C71CC}"/>
              </a:ext>
            </a:extLst>
          </p:cNvPr>
          <p:cNvPicPr>
            <a:picLocks noChangeAspect="1"/>
          </p:cNvPicPr>
          <p:nvPr/>
        </p:nvPicPr>
        <p:blipFill>
          <a:blip r:embed="rId3"/>
          <a:stretch>
            <a:fillRect/>
          </a:stretch>
        </p:blipFill>
        <p:spPr>
          <a:xfrm>
            <a:off x="1263255" y="2901621"/>
            <a:ext cx="5902043" cy="1762803"/>
          </a:xfrm>
          <a:prstGeom prst="rect">
            <a:avLst/>
          </a:prstGeom>
        </p:spPr>
      </p:pic>
    </p:spTree>
    <p:extLst>
      <p:ext uri="{BB962C8B-B14F-4D97-AF65-F5344CB8AC3E}">
        <p14:creationId xmlns:p14="http://schemas.microsoft.com/office/powerpoint/2010/main" val="3846247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81">
          <a:extLst>
            <a:ext uri="{FF2B5EF4-FFF2-40B4-BE49-F238E27FC236}">
              <a16:creationId xmlns:a16="http://schemas.microsoft.com/office/drawing/2014/main" id="{B2AF33E6-3E1E-3153-C6CC-6879BA16DB1B}"/>
            </a:ext>
          </a:extLst>
        </p:cNvPr>
        <p:cNvGrpSpPr/>
        <p:nvPr/>
      </p:nvGrpSpPr>
      <p:grpSpPr>
        <a:xfrm>
          <a:off x="0" y="0"/>
          <a:ext cx="0" cy="0"/>
          <a:chOff x="0" y="0"/>
          <a:chExt cx="0" cy="0"/>
        </a:xfrm>
      </p:grpSpPr>
      <p:sp>
        <p:nvSpPr>
          <p:cNvPr id="382" name="Google Shape;382;p28">
            <a:extLst>
              <a:ext uri="{FF2B5EF4-FFF2-40B4-BE49-F238E27FC236}">
                <a16:creationId xmlns:a16="http://schemas.microsoft.com/office/drawing/2014/main" id="{5AA2099A-86E3-FAF6-74BD-9FEAA7457253}"/>
              </a:ext>
            </a:extLst>
          </p:cNvPr>
          <p:cNvSpPr txBox="1">
            <a:spLocks noGrp="1"/>
          </p:cNvSpPr>
          <p:nvPr>
            <p:ph type="title"/>
          </p:nvPr>
        </p:nvSpPr>
        <p:spPr>
          <a:xfrm>
            <a:off x="82174" y="408878"/>
            <a:ext cx="8645513" cy="6176845"/>
          </a:xfrm>
          <a:prstGeom prst="rect">
            <a:avLst/>
          </a:prstGeom>
        </p:spPr>
        <p:txBody>
          <a:bodyPr spcFirstLastPara="1" wrap="square" lIns="91425" tIns="91425" rIns="91425" bIns="91425" anchor="b" anchorCtr="0">
            <a:noAutofit/>
          </a:bodyPr>
          <a:lstStyle/>
          <a:p>
            <a:pPr>
              <a:buFont typeface="Arial" panose="020B0604020202020204" pitchFamily="34" charset="0"/>
              <a:buChar char="•"/>
            </a:pPr>
            <a:br>
              <a:rPr lang="en-US" sz="1800" dirty="0"/>
            </a:br>
            <a:br>
              <a:rPr lang="en-US" sz="1800" dirty="0"/>
            </a:br>
            <a:br>
              <a:rPr lang="en-US" sz="1800" dirty="0"/>
            </a:br>
            <a:br>
              <a:rPr lang="en-US" sz="1800" dirty="0"/>
            </a:br>
            <a:br>
              <a:rPr lang="en-US" sz="1800" dirty="0"/>
            </a:br>
            <a:r>
              <a:rPr lang="en-US" sz="1800" dirty="0"/>
              <a:t> </a:t>
            </a:r>
            <a:br>
              <a:rPr lang="en-US" sz="1800" dirty="0"/>
            </a:br>
            <a:br>
              <a:rPr lang="en-US" sz="1800" dirty="0"/>
            </a:br>
            <a:br>
              <a:rPr lang="en-US" sz="1800" dirty="0"/>
            </a:br>
            <a:br>
              <a:rPr lang="en-US" sz="1800" dirty="0"/>
            </a:br>
            <a:br>
              <a:rPr lang="en-US" sz="1800" dirty="0"/>
            </a:br>
            <a:br>
              <a:rPr lang="en-US" sz="1800" dirty="0"/>
            </a:br>
            <a:r>
              <a:rPr lang="en-US" sz="1200" b="0" i="0" dirty="0">
                <a:solidFill>
                  <a:srgbClr val="333333"/>
                </a:solidFill>
                <a:effectLst/>
                <a:latin typeface="Verdana" panose="020B0604030504040204" pitchFamily="34" charset="0"/>
              </a:rPr>
              <a:t>Quartile 1 (Q1) = (4+4)/2 = </a:t>
            </a:r>
            <a:r>
              <a:rPr lang="en-US" sz="1200" b="1" i="0" dirty="0">
                <a:solidFill>
                  <a:srgbClr val="333333"/>
                </a:solidFill>
                <a:effectLst/>
                <a:latin typeface="Verdana" panose="020B0604030504040204" pitchFamily="34" charset="0"/>
              </a:rPr>
              <a:t>4</a:t>
            </a:r>
            <a:br>
              <a:rPr lang="en-US" sz="1200" b="0" i="0" dirty="0">
                <a:solidFill>
                  <a:srgbClr val="333333"/>
                </a:solidFill>
                <a:effectLst/>
                <a:latin typeface="Verdana" panose="020B0604030504040204" pitchFamily="34" charset="0"/>
              </a:rPr>
            </a:br>
            <a:r>
              <a:rPr lang="en-US" sz="1200" b="0" i="0" dirty="0">
                <a:solidFill>
                  <a:srgbClr val="333333"/>
                </a:solidFill>
                <a:effectLst/>
                <a:latin typeface="Verdana" panose="020B0604030504040204" pitchFamily="34" charset="0"/>
              </a:rPr>
              <a:t>Quartile 2 (Q2) = (10+11)/2 = </a:t>
            </a:r>
            <a:r>
              <a:rPr lang="en-US" sz="1200" b="1" i="0" dirty="0">
                <a:solidFill>
                  <a:srgbClr val="333333"/>
                </a:solidFill>
                <a:effectLst/>
                <a:latin typeface="Verdana" panose="020B0604030504040204" pitchFamily="34" charset="0"/>
              </a:rPr>
              <a:t>10.5</a:t>
            </a:r>
            <a:br>
              <a:rPr lang="en-US" sz="1200" b="0" i="0" dirty="0">
                <a:solidFill>
                  <a:srgbClr val="333333"/>
                </a:solidFill>
                <a:effectLst/>
                <a:latin typeface="Verdana" panose="020B0604030504040204" pitchFamily="34" charset="0"/>
              </a:rPr>
            </a:br>
            <a:r>
              <a:rPr lang="en-US" sz="1200" b="0" i="0" dirty="0">
                <a:solidFill>
                  <a:srgbClr val="333333"/>
                </a:solidFill>
                <a:effectLst/>
                <a:latin typeface="Verdana" panose="020B0604030504040204" pitchFamily="34" charset="0"/>
              </a:rPr>
              <a:t>Quartile 3 (Q3) = (14+16)/2 = </a:t>
            </a:r>
            <a:r>
              <a:rPr lang="en-US" sz="1200" b="1" i="0" dirty="0">
                <a:solidFill>
                  <a:srgbClr val="333333"/>
                </a:solidFill>
                <a:effectLst/>
                <a:latin typeface="Verdana" panose="020B0604030504040204" pitchFamily="34" charset="0"/>
              </a:rPr>
              <a:t>15</a:t>
            </a:r>
            <a:br>
              <a:rPr lang="en-US" sz="800" b="0" i="0" dirty="0">
                <a:solidFill>
                  <a:srgbClr val="333333"/>
                </a:solidFill>
                <a:effectLst/>
                <a:latin typeface="Verdana" panose="020B0604030504040204" pitchFamily="34" charset="0"/>
              </a:rPr>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endParaRPr sz="1800" dirty="0"/>
          </a:p>
        </p:txBody>
      </p:sp>
      <p:sp>
        <p:nvSpPr>
          <p:cNvPr id="2" name="AutoShape 2" descr="Quartile example">
            <a:extLst>
              <a:ext uri="{FF2B5EF4-FFF2-40B4-BE49-F238E27FC236}">
                <a16:creationId xmlns:a16="http://schemas.microsoft.com/office/drawing/2014/main" id="{B79379ED-AE5C-E487-3308-8C0081131626}"/>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Quartile example">
            <a:extLst>
              <a:ext uri="{FF2B5EF4-FFF2-40B4-BE49-F238E27FC236}">
                <a16:creationId xmlns:a16="http://schemas.microsoft.com/office/drawing/2014/main" id="{40A99D43-BD89-BB37-9B7A-763AFC7C7874}"/>
              </a:ext>
            </a:extLst>
          </p:cNvPr>
          <p:cNvSpPr>
            <a:spLocks noChangeAspect="1" noChangeArrowheads="1"/>
          </p:cNvSpPr>
          <p:nvPr/>
        </p:nvSpPr>
        <p:spPr bwMode="auto">
          <a:xfrm>
            <a:off x="4572000" y="25717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6" descr="Quartile example">
            <a:extLst>
              <a:ext uri="{FF2B5EF4-FFF2-40B4-BE49-F238E27FC236}">
                <a16:creationId xmlns:a16="http://schemas.microsoft.com/office/drawing/2014/main" id="{9DBD910B-9187-6366-5224-21EA06B6FCE4}"/>
              </a:ext>
            </a:extLst>
          </p:cNvPr>
          <p:cNvSpPr>
            <a:spLocks noChangeAspect="1" noChangeArrowheads="1"/>
          </p:cNvSpPr>
          <p:nvPr/>
        </p:nvSpPr>
        <p:spPr bwMode="auto">
          <a:xfrm>
            <a:off x="4724400" y="2724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8" descr="Quartile example">
            <a:extLst>
              <a:ext uri="{FF2B5EF4-FFF2-40B4-BE49-F238E27FC236}">
                <a16:creationId xmlns:a16="http://schemas.microsoft.com/office/drawing/2014/main" id="{4CD2F017-F681-548A-A2B4-20E711063E26}"/>
              </a:ext>
            </a:extLst>
          </p:cNvPr>
          <p:cNvSpPr>
            <a:spLocks noChangeAspect="1" noChangeArrowheads="1"/>
          </p:cNvSpPr>
          <p:nvPr/>
        </p:nvSpPr>
        <p:spPr bwMode="auto">
          <a:xfrm>
            <a:off x="4876800" y="28765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10" descr="Quartile example">
            <a:extLst>
              <a:ext uri="{FF2B5EF4-FFF2-40B4-BE49-F238E27FC236}">
                <a16:creationId xmlns:a16="http://schemas.microsoft.com/office/drawing/2014/main" id="{D1CC1D52-29FD-2E5B-084A-6AEB1D1A536E}"/>
              </a:ext>
            </a:extLst>
          </p:cNvPr>
          <p:cNvSpPr>
            <a:spLocks noChangeAspect="1" noChangeArrowheads="1"/>
          </p:cNvSpPr>
          <p:nvPr/>
        </p:nvSpPr>
        <p:spPr bwMode="auto">
          <a:xfrm>
            <a:off x="5029200" y="30289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FE7D462A-C64C-9516-C5F3-456D0B3BA376}"/>
              </a:ext>
            </a:extLst>
          </p:cNvPr>
          <p:cNvSpPr txBox="1"/>
          <p:nvPr/>
        </p:nvSpPr>
        <p:spPr>
          <a:xfrm>
            <a:off x="228934" y="383807"/>
            <a:ext cx="6149379" cy="4224233"/>
          </a:xfrm>
          <a:prstGeom prst="rect">
            <a:avLst/>
          </a:prstGeom>
          <a:noFill/>
        </p:spPr>
        <p:txBody>
          <a:bodyPr wrap="square">
            <a:spAutoFit/>
          </a:bodyPr>
          <a:lstStyle/>
          <a:p>
            <a:pPr algn="l"/>
            <a:r>
              <a:rPr lang="en-US" b="0" i="0" dirty="0">
                <a:solidFill>
                  <a:srgbClr val="111111"/>
                </a:solidFill>
                <a:effectLst/>
                <a:latin typeface="SourceSansPro"/>
              </a:rPr>
              <a:t>Find the Quartiles for the following data set: </a:t>
            </a:r>
          </a:p>
          <a:p>
            <a:pPr algn="l"/>
            <a:endParaRPr lang="en-US" b="0" i="0" dirty="0">
              <a:solidFill>
                <a:srgbClr val="111111"/>
              </a:solidFill>
              <a:effectLst/>
              <a:latin typeface="SourceSansPro"/>
            </a:endParaRPr>
          </a:p>
          <a:p>
            <a:pPr marL="285750" indent="-285750" algn="l">
              <a:buFont typeface="Arial" panose="020B0604020202020204" pitchFamily="34" charset="0"/>
              <a:buChar char="•"/>
            </a:pPr>
            <a:r>
              <a:rPr lang="en-US" b="0" i="0" dirty="0">
                <a:solidFill>
                  <a:srgbClr val="E67300"/>
                </a:solidFill>
                <a:effectLst/>
                <a:latin typeface="Verdana" panose="020B0604030504040204" pitchFamily="34" charset="0"/>
              </a:rPr>
              <a:t>4, 17, 7, 14, 18, 12, 3, 16, 10, 4, 4, 11</a:t>
            </a:r>
            <a:endParaRPr lang="en-US" b="0" i="0" dirty="0">
              <a:solidFill>
                <a:srgbClr val="111111"/>
              </a:solidFill>
              <a:effectLst/>
              <a:latin typeface="SourceSansPro"/>
            </a:endParaRPr>
          </a:p>
          <a:p>
            <a:pPr algn="l"/>
            <a:endParaRPr lang="en-US" dirty="0">
              <a:solidFill>
                <a:srgbClr val="111111"/>
              </a:solidFill>
              <a:latin typeface="SourceSansPro"/>
            </a:endParaRPr>
          </a:p>
          <a:p>
            <a:pPr algn="l"/>
            <a:endParaRPr lang="en-US" b="0" i="0" dirty="0">
              <a:solidFill>
                <a:srgbClr val="111111"/>
              </a:solidFill>
              <a:effectLst/>
              <a:latin typeface="SourceSansPro"/>
            </a:endParaRPr>
          </a:p>
          <a:p>
            <a:pPr algn="l"/>
            <a:endParaRPr lang="en-US" dirty="0">
              <a:solidFill>
                <a:srgbClr val="111111"/>
              </a:solidFill>
              <a:latin typeface="SourceSansPro"/>
            </a:endParaRPr>
          </a:p>
          <a:p>
            <a:pPr algn="l"/>
            <a:endParaRPr lang="en-US" b="0" i="0" dirty="0">
              <a:solidFill>
                <a:srgbClr val="111111"/>
              </a:solidFill>
              <a:effectLst/>
              <a:latin typeface="SourceSansPro"/>
            </a:endParaRPr>
          </a:p>
          <a:p>
            <a:pPr algn="l"/>
            <a:endParaRPr lang="en-US" b="0" i="0" dirty="0">
              <a:solidFill>
                <a:srgbClr val="111111"/>
              </a:solidFill>
              <a:effectLst/>
              <a:latin typeface="SourceSansPro"/>
            </a:endParaRPr>
          </a:p>
          <a:p>
            <a:pPr algn="l"/>
            <a:endParaRPr lang="en-US" dirty="0">
              <a:solidFill>
                <a:srgbClr val="111111"/>
              </a:solidFill>
              <a:latin typeface="SourceSansPro"/>
            </a:endParaRPr>
          </a:p>
          <a:p>
            <a:endParaRPr lang="en-US" dirty="0">
              <a:solidFill>
                <a:srgbClr val="333333"/>
              </a:solidFill>
              <a:latin typeface="Untitled Sans"/>
            </a:endParaRPr>
          </a:p>
          <a:p>
            <a:r>
              <a:rPr lang="en-US" dirty="0">
                <a:solidFill>
                  <a:srgbClr val="333333"/>
                </a:solidFill>
                <a:latin typeface="Untitled Sans"/>
              </a:rPr>
              <a:t>Find lower quartile, upper quartile, and interquartile range of the following data set of values: 20, 19, 21, 22, 23, 24, 25, 27, 26</a:t>
            </a:r>
          </a:p>
          <a:p>
            <a:endParaRPr lang="en-US" b="0" i="0" dirty="0">
              <a:solidFill>
                <a:srgbClr val="333333"/>
              </a:solidFill>
              <a:effectLst/>
              <a:latin typeface="Untitled Sans"/>
            </a:endParaRPr>
          </a:p>
          <a:p>
            <a:pPr fontAlgn="base">
              <a:lnSpc>
                <a:spcPts val="2100"/>
              </a:lnSpc>
              <a:spcBef>
                <a:spcPts val="375"/>
              </a:spcBef>
              <a:spcAft>
                <a:spcPts val="375"/>
              </a:spcAft>
            </a:pPr>
            <a:r>
              <a:rPr lang="en-US" dirty="0">
                <a:solidFill>
                  <a:srgbClr val="333333"/>
                </a:solidFill>
                <a:latin typeface="Untitled Sans"/>
              </a:rPr>
              <a:t>Median(Q2) = 5</a:t>
            </a:r>
            <a:r>
              <a:rPr lang="en-US" baseline="30000" dirty="0">
                <a:solidFill>
                  <a:srgbClr val="333333"/>
                </a:solidFill>
                <a:latin typeface="inherit"/>
              </a:rPr>
              <a:t>th </a:t>
            </a:r>
            <a:r>
              <a:rPr lang="en-US" dirty="0">
                <a:solidFill>
                  <a:srgbClr val="333333"/>
                </a:solidFill>
                <a:latin typeface="Untitled Sans"/>
              </a:rPr>
              <a:t>Term = 23</a:t>
            </a:r>
          </a:p>
          <a:p>
            <a:pPr fontAlgn="base">
              <a:lnSpc>
                <a:spcPts val="2100"/>
              </a:lnSpc>
              <a:spcBef>
                <a:spcPts val="375"/>
              </a:spcBef>
              <a:spcAft>
                <a:spcPts val="375"/>
              </a:spcAft>
            </a:pPr>
            <a:r>
              <a:rPr lang="en-US" dirty="0">
                <a:solidFill>
                  <a:srgbClr val="333333"/>
                </a:solidFill>
                <a:latin typeface="Untitled Sans"/>
              </a:rPr>
              <a:t>Lower Quartile (Q1) = Mean of 2</a:t>
            </a:r>
            <a:r>
              <a:rPr lang="en-US" baseline="30000" dirty="0">
                <a:solidFill>
                  <a:srgbClr val="333333"/>
                </a:solidFill>
                <a:latin typeface="inherit"/>
              </a:rPr>
              <a:t>nd</a:t>
            </a:r>
            <a:r>
              <a:rPr lang="en-US" dirty="0">
                <a:solidFill>
                  <a:srgbClr val="333333"/>
                </a:solidFill>
                <a:latin typeface="Untitled Sans"/>
              </a:rPr>
              <a:t> and 3</a:t>
            </a:r>
            <a:r>
              <a:rPr lang="en-US" baseline="30000" dirty="0">
                <a:solidFill>
                  <a:srgbClr val="333333"/>
                </a:solidFill>
                <a:latin typeface="inherit"/>
              </a:rPr>
              <a:t>rd </a:t>
            </a:r>
            <a:r>
              <a:rPr lang="en-US" dirty="0">
                <a:solidFill>
                  <a:srgbClr val="333333"/>
                </a:solidFill>
                <a:latin typeface="Untitled Sans"/>
              </a:rPr>
              <a:t>term = (20 + 21)/2 = 20.5</a:t>
            </a:r>
          </a:p>
          <a:p>
            <a:pPr fontAlgn="base">
              <a:lnSpc>
                <a:spcPts val="2100"/>
              </a:lnSpc>
              <a:spcBef>
                <a:spcPts val="375"/>
              </a:spcBef>
              <a:spcAft>
                <a:spcPts val="375"/>
              </a:spcAft>
            </a:pPr>
            <a:r>
              <a:rPr lang="en-US" dirty="0">
                <a:solidFill>
                  <a:srgbClr val="333333"/>
                </a:solidFill>
                <a:latin typeface="Untitled Sans"/>
              </a:rPr>
              <a:t>Upper Quartile(Q3) = Mean of 7</a:t>
            </a:r>
            <a:r>
              <a:rPr lang="en-US" baseline="30000" dirty="0">
                <a:solidFill>
                  <a:srgbClr val="333333"/>
                </a:solidFill>
                <a:latin typeface="inherit"/>
              </a:rPr>
              <a:t>th</a:t>
            </a:r>
            <a:r>
              <a:rPr lang="en-US" dirty="0">
                <a:solidFill>
                  <a:srgbClr val="333333"/>
                </a:solidFill>
                <a:latin typeface="Untitled Sans"/>
              </a:rPr>
              <a:t> and 8</a:t>
            </a:r>
            <a:r>
              <a:rPr lang="en-US" baseline="30000" dirty="0">
                <a:solidFill>
                  <a:srgbClr val="333333"/>
                </a:solidFill>
                <a:latin typeface="inherit"/>
              </a:rPr>
              <a:t>th </a:t>
            </a:r>
            <a:r>
              <a:rPr lang="en-US" dirty="0">
                <a:solidFill>
                  <a:srgbClr val="333333"/>
                </a:solidFill>
                <a:latin typeface="Untitled Sans"/>
              </a:rPr>
              <a:t>term = (25 + 26)/2 = 25.5</a:t>
            </a:r>
          </a:p>
          <a:p>
            <a:endParaRPr lang="en-US" b="0" i="0" dirty="0">
              <a:solidFill>
                <a:srgbClr val="111111"/>
              </a:solidFill>
              <a:effectLst/>
              <a:latin typeface="SourceSansPro"/>
            </a:endParaRPr>
          </a:p>
        </p:txBody>
      </p:sp>
    </p:spTree>
    <p:extLst>
      <p:ext uri="{BB962C8B-B14F-4D97-AF65-F5344CB8AC3E}">
        <p14:creationId xmlns:p14="http://schemas.microsoft.com/office/powerpoint/2010/main" val="4218362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12" end="1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13" end="1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2"/>
        <p:cNvGrpSpPr/>
        <p:nvPr/>
      </p:nvGrpSpPr>
      <p:grpSpPr>
        <a:xfrm>
          <a:off x="0" y="0"/>
          <a:ext cx="0" cy="0"/>
          <a:chOff x="0" y="0"/>
          <a:chExt cx="0" cy="0"/>
        </a:xfrm>
      </p:grpSpPr>
      <p:sp>
        <p:nvSpPr>
          <p:cNvPr id="343" name="Google Shape;343;p24"/>
          <p:cNvSpPr txBox="1">
            <a:spLocks noGrp="1"/>
          </p:cNvSpPr>
          <p:nvPr>
            <p:ph type="ctrTitle"/>
          </p:nvPr>
        </p:nvSpPr>
        <p:spPr>
          <a:xfrm>
            <a:off x="624040" y="363919"/>
            <a:ext cx="7717500" cy="2369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4000" dirty="0"/>
              <a:t>Descriptive Statistics</a:t>
            </a:r>
            <a:endParaRPr sz="4000" dirty="0">
              <a:latin typeface="Raleway"/>
              <a:ea typeface="Raleway"/>
              <a:cs typeface="Raleway"/>
              <a:sym typeface="Raleway"/>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81">
          <a:extLst>
            <a:ext uri="{FF2B5EF4-FFF2-40B4-BE49-F238E27FC236}">
              <a16:creationId xmlns:a16="http://schemas.microsoft.com/office/drawing/2014/main" id="{080F8DE9-D6FE-D105-5A1D-5530923D50F5}"/>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82" name="Google Shape;382;p28">
                <a:extLst>
                  <a:ext uri="{FF2B5EF4-FFF2-40B4-BE49-F238E27FC236}">
                    <a16:creationId xmlns:a16="http://schemas.microsoft.com/office/drawing/2014/main" id="{AC256006-6F5D-89B6-BBF5-9D99AA0DEFFF}"/>
                  </a:ext>
                </a:extLst>
              </p:cNvPr>
              <p:cNvSpPr txBox="1">
                <a:spLocks noGrp="1"/>
              </p:cNvSpPr>
              <p:nvPr>
                <p:ph type="title"/>
              </p:nvPr>
            </p:nvSpPr>
            <p:spPr>
              <a:xfrm>
                <a:off x="82174" y="408878"/>
                <a:ext cx="8645513" cy="617684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br>
                  <a:rPr lang="en-US" sz="1800" dirty="0"/>
                </a:br>
                <a:br>
                  <a:rPr lang="en-US" sz="1800" dirty="0"/>
                </a:br>
                <a:br>
                  <a:rPr lang="en-US" sz="1800" dirty="0"/>
                </a:br>
                <a:br>
                  <a:rPr lang="en-US" sz="1800" dirty="0"/>
                </a:br>
                <a:br>
                  <a:rPr lang="en-US" sz="1800" dirty="0"/>
                </a:br>
                <a:r>
                  <a:rPr lang="en-US" sz="2000" dirty="0"/>
                  <a:t>Presentation of Data</a:t>
                </a:r>
                <a:br>
                  <a:rPr lang="en-US" sz="1800" dirty="0"/>
                </a:br>
                <a:br>
                  <a:rPr lang="en-US" sz="1800" dirty="0"/>
                </a:br>
                <a:r>
                  <a:rPr lang="en-US" sz="1800" dirty="0"/>
                  <a:t>Frequency Distribution: </a:t>
                </a:r>
                <a:br>
                  <a:rPr lang="en-US" sz="1800" dirty="0"/>
                </a:br>
                <a:br>
                  <a:rPr lang="en-US" sz="1800" dirty="0">
                    <a:latin typeface="Times New Roman" panose="02020603050405020304" pitchFamily="18" charset="0"/>
                    <a:cs typeface="Times New Roman" panose="02020603050405020304" pitchFamily="18" charset="0"/>
                  </a:rPr>
                </a:br>
                <a:r>
                  <a:rPr lang="en-US" sz="1600" b="0" dirty="0">
                    <a:solidFill>
                      <a:srgbClr val="001D35"/>
                    </a:solidFill>
                    <a:latin typeface="Times New Roman" panose="02020603050405020304" pitchFamily="18" charset="0"/>
                    <a:cs typeface="Times New Roman" panose="02020603050405020304" pitchFamily="18" charset="0"/>
                  </a:rPr>
                  <a:t>A</a:t>
                </a:r>
                <a:r>
                  <a:rPr lang="en-US" sz="1600" b="0" i="0" dirty="0">
                    <a:solidFill>
                      <a:srgbClr val="001D35"/>
                    </a:solidFill>
                    <a:effectLst/>
                    <a:latin typeface="Times New Roman" panose="02020603050405020304" pitchFamily="18" charset="0"/>
                    <a:cs typeface="Times New Roman" panose="02020603050405020304" pitchFamily="18" charset="0"/>
                  </a:rPr>
                  <a:t> tabular or graphical representation of data that shows how often each possible </a:t>
                </a:r>
                <a:br>
                  <a:rPr lang="en-US" sz="1600" b="0" i="0" dirty="0">
                    <a:solidFill>
                      <a:srgbClr val="001D35"/>
                    </a:solidFill>
                    <a:effectLst/>
                    <a:latin typeface="Times New Roman" panose="02020603050405020304" pitchFamily="18" charset="0"/>
                    <a:cs typeface="Times New Roman" panose="02020603050405020304" pitchFamily="18" charset="0"/>
                  </a:rPr>
                </a:br>
                <a:r>
                  <a:rPr lang="en-US" sz="1600" b="0" i="0" dirty="0">
                    <a:solidFill>
                      <a:srgbClr val="001D35"/>
                    </a:solidFill>
                    <a:effectLst/>
                    <a:latin typeface="Times New Roman" panose="02020603050405020304" pitchFamily="18" charset="0"/>
                    <a:cs typeface="Times New Roman" panose="02020603050405020304" pitchFamily="18" charset="0"/>
                  </a:rPr>
                  <a:t>value or outcome occurs within a dataset.</a:t>
                </a:r>
                <a:r>
                  <a:rPr lang="en-US" sz="800" b="0" i="0" dirty="0">
                    <a:solidFill>
                      <a:srgbClr val="001D35"/>
                    </a:solidFill>
                    <a:effectLst/>
                    <a:latin typeface="Times New Roman" panose="02020603050405020304" pitchFamily="18" charset="0"/>
                    <a:cs typeface="Times New Roman" panose="02020603050405020304" pitchFamily="18" charset="0"/>
                  </a:rPr>
                  <a:t> </a:t>
                </a:r>
                <a:r>
                  <a:rPr lang="en-US" sz="1600" b="0" i="0" dirty="0">
                    <a:solidFill>
                      <a:srgbClr val="001D35"/>
                    </a:solidFill>
                    <a:effectLst/>
                    <a:latin typeface="Times New Roman" panose="02020603050405020304" pitchFamily="18" charset="0"/>
                    <a:cs typeface="Times New Roman" panose="02020603050405020304" pitchFamily="18" charset="0"/>
                  </a:rPr>
                  <a:t>"Class frequency“ denoted as </a:t>
                </a:r>
                <a14:m>
                  <m:oMath xmlns:m="http://schemas.openxmlformats.org/officeDocument/2006/math">
                    <m:r>
                      <a:rPr lang="en-US" sz="1600" b="0" i="1" dirty="0" smtClean="0">
                        <a:solidFill>
                          <a:srgbClr val="001D35"/>
                        </a:solidFill>
                        <a:effectLst/>
                        <a:latin typeface="Cambria Math" panose="02040503050406030204" pitchFamily="18" charset="0"/>
                        <a:cs typeface="Times New Roman" panose="02020603050405020304" pitchFamily="18" charset="0"/>
                      </a:rPr>
                      <m:t>“</m:t>
                    </m:r>
                    <m:r>
                      <a:rPr lang="en-US" sz="1600" b="0" i="1" dirty="0" smtClean="0">
                        <a:solidFill>
                          <a:srgbClr val="001D35"/>
                        </a:solidFill>
                        <a:effectLst/>
                        <a:latin typeface="Cambria Math" panose="02040503050406030204" pitchFamily="18" charset="0"/>
                        <a:cs typeface="Times New Roman" panose="02020603050405020304" pitchFamily="18" charset="0"/>
                      </a:rPr>
                      <m:t>𝑓</m:t>
                    </m:r>
                    <m:r>
                      <a:rPr lang="en-US" sz="1600" b="0" i="1" dirty="0" smtClean="0">
                        <a:solidFill>
                          <a:srgbClr val="001D35"/>
                        </a:solidFill>
                        <a:effectLst/>
                        <a:latin typeface="Cambria Math" panose="02040503050406030204" pitchFamily="18" charset="0"/>
                        <a:cs typeface="Times New Roman" panose="02020603050405020304" pitchFamily="18" charset="0"/>
                      </a:rPr>
                      <m:t>” </m:t>
                    </m:r>
                  </m:oMath>
                </a14:m>
                <a:br>
                  <a:rPr lang="en-US" sz="1600" b="0" i="0" dirty="0">
                    <a:solidFill>
                      <a:srgbClr val="001D35"/>
                    </a:solidFill>
                    <a:effectLst/>
                    <a:latin typeface="Times New Roman" panose="02020603050405020304" pitchFamily="18" charset="0"/>
                    <a:cs typeface="Times New Roman" panose="02020603050405020304" pitchFamily="18" charset="0"/>
                  </a:rPr>
                </a:br>
                <a:r>
                  <a:rPr lang="en-US" sz="1600" b="0" i="0" dirty="0">
                    <a:solidFill>
                      <a:srgbClr val="001D35"/>
                    </a:solidFill>
                    <a:effectLst/>
                    <a:latin typeface="Times New Roman" panose="02020603050405020304" pitchFamily="18" charset="0"/>
                    <a:cs typeface="Times New Roman" panose="02020603050405020304" pitchFamily="18" charset="0"/>
                  </a:rPr>
                  <a:t>refers to </a:t>
                </a:r>
                <a:r>
                  <a:rPr lang="en-US" sz="1600" b="0" dirty="0">
                    <a:latin typeface="Times New Roman" panose="02020603050405020304" pitchFamily="18" charset="0"/>
                    <a:cs typeface="Times New Roman" panose="02020603050405020304" pitchFamily="18" charset="0"/>
                  </a:rPr>
                  <a:t>the number of data points that fall within a specific class interval </a:t>
                </a:r>
                <a:br>
                  <a:rPr lang="en-US" sz="1600" b="0" dirty="0">
                    <a:latin typeface="Times New Roman" panose="02020603050405020304" pitchFamily="18" charset="0"/>
                    <a:cs typeface="Times New Roman" panose="02020603050405020304" pitchFamily="18" charset="0"/>
                  </a:rPr>
                </a:br>
                <a:r>
                  <a:rPr lang="en-US" sz="1600" b="0" dirty="0">
                    <a:latin typeface="Times New Roman" panose="02020603050405020304" pitchFamily="18" charset="0"/>
                    <a:cs typeface="Times New Roman" panose="02020603050405020304" pitchFamily="18" charset="0"/>
                  </a:rPr>
                  <a:t>in a data set</a:t>
                </a:r>
                <a:r>
                  <a:rPr lang="en-US" sz="800" b="0" dirty="0">
                    <a:solidFill>
                      <a:srgbClr val="001D35"/>
                    </a:solidFill>
                    <a:latin typeface="Times New Roman" panose="02020603050405020304" pitchFamily="18" charset="0"/>
                    <a:cs typeface="Times New Roman" panose="02020603050405020304" pitchFamily="18" charset="0"/>
                  </a:rPr>
                  <a:t>.</a:t>
                </a:r>
                <a:br>
                  <a:rPr lang="en-US" sz="800" b="0" dirty="0">
                    <a:solidFill>
                      <a:srgbClr val="001D35"/>
                    </a:solidFill>
                    <a:latin typeface="Times New Roman" panose="02020603050405020304" pitchFamily="18" charset="0"/>
                    <a:cs typeface="Times New Roman" panose="02020603050405020304" pitchFamily="18" charset="0"/>
                  </a:rPr>
                </a:br>
                <a:br>
                  <a:rPr lang="en-US" sz="800" b="0" dirty="0">
                    <a:solidFill>
                      <a:srgbClr val="001D35"/>
                    </a:solidFill>
                    <a:latin typeface="Times New Roman" panose="02020603050405020304" pitchFamily="18" charset="0"/>
                    <a:cs typeface="Times New Roman" panose="02020603050405020304" pitchFamily="18" charset="0"/>
                  </a:rPr>
                </a:br>
                <a14:m>
                  <m:oMathPara xmlns:m="http://schemas.openxmlformats.org/officeDocument/2006/math">
                    <m:oMathParaPr>
                      <m:jc m:val="centerGroup"/>
                    </m:oMathParaPr>
                    <m:oMath xmlns:m="http://schemas.openxmlformats.org/officeDocument/2006/math">
                      <m:r>
                        <a:rPr lang="en-US" sz="1600" b="0" i="1" dirty="0" smtClean="0">
                          <a:solidFill>
                            <a:srgbClr val="001D35"/>
                          </a:solidFill>
                          <a:latin typeface="Cambria Math" panose="02040503050406030204" pitchFamily="18" charset="0"/>
                          <a:cs typeface="Times New Roman" panose="02020603050405020304" pitchFamily="18" charset="0"/>
                        </a:rPr>
                        <m:t> </m:t>
                      </m:r>
                      <m:r>
                        <a:rPr lang="en-US" sz="1600" b="0" i="1" dirty="0" smtClean="0">
                          <a:solidFill>
                            <a:srgbClr val="001D35"/>
                          </a:solidFill>
                          <a:latin typeface="Cambria Math" panose="02040503050406030204" pitchFamily="18" charset="0"/>
                          <a:cs typeface="Times New Roman" panose="02020603050405020304" pitchFamily="18" charset="0"/>
                        </a:rPr>
                        <m:t>𝐾</m:t>
                      </m:r>
                      <m:r>
                        <a:rPr lang="en-US" sz="1600" b="0" i="1" dirty="0" smtClean="0">
                          <a:solidFill>
                            <a:srgbClr val="001D35"/>
                          </a:solidFill>
                          <a:latin typeface="Cambria Math" panose="02040503050406030204" pitchFamily="18" charset="0"/>
                          <a:cs typeface="Times New Roman" panose="02020603050405020304" pitchFamily="18" charset="0"/>
                        </a:rPr>
                        <m:t>= 1+3.3</m:t>
                      </m:r>
                      <m:r>
                        <a:rPr lang="en-US" sz="1600" b="0" i="1" dirty="0" smtClean="0">
                          <a:solidFill>
                            <a:srgbClr val="001D35"/>
                          </a:solidFill>
                          <a:latin typeface="Cambria Math" panose="02040503050406030204" pitchFamily="18" charset="0"/>
                          <a:cs typeface="Times New Roman" panose="02020603050405020304" pitchFamily="18" charset="0"/>
                        </a:rPr>
                        <m:t>𝑙𝑜𝑔𝑁</m:t>
                      </m:r>
                    </m:oMath>
                  </m:oMathPara>
                </a14:m>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endParaRPr sz="1800" dirty="0"/>
              </a:p>
            </p:txBody>
          </p:sp>
        </mc:Choice>
        <mc:Fallback xmlns="">
          <p:sp>
            <p:nvSpPr>
              <p:cNvPr id="382" name="Google Shape;382;p28">
                <a:extLst>
                  <a:ext uri="{FF2B5EF4-FFF2-40B4-BE49-F238E27FC236}">
                    <a16:creationId xmlns:a16="http://schemas.microsoft.com/office/drawing/2014/main" id="{AC256006-6F5D-89B6-BBF5-9D99AA0DEFFF}"/>
                  </a:ext>
                </a:extLst>
              </p:cNvPr>
              <p:cNvSpPr txBox="1">
                <a:spLocks noGrp="1" noRot="1" noChangeAspect="1" noMove="1" noResize="1" noEditPoints="1" noAdjustHandles="1" noChangeArrowheads="1" noChangeShapeType="1" noTextEdit="1"/>
              </p:cNvSpPr>
              <p:nvPr>
                <p:ph type="title"/>
              </p:nvPr>
            </p:nvSpPr>
            <p:spPr>
              <a:xfrm>
                <a:off x="82174" y="408878"/>
                <a:ext cx="8645513" cy="6176845"/>
              </a:xfrm>
              <a:prstGeom prst="rect">
                <a:avLst/>
              </a:prstGeom>
              <a:blipFill>
                <a:blip r:embed="rId3"/>
                <a:stretch>
                  <a:fillRect l="-705" t="-4936"/>
                </a:stretch>
              </a:blipFill>
            </p:spPr>
            <p:txBody>
              <a:bodyPr/>
              <a:lstStyle/>
              <a:p>
                <a:r>
                  <a:rPr lang="en-US">
                    <a:noFill/>
                  </a:rPr>
                  <a:t> </a:t>
                </a:r>
              </a:p>
            </p:txBody>
          </p:sp>
        </mc:Fallback>
      </mc:AlternateContent>
      <p:pic>
        <p:nvPicPr>
          <p:cNvPr id="1026" name="Picture 2" descr="Frequency Distribution | Tables, Types &amp; Examples">
            <a:extLst>
              <a:ext uri="{FF2B5EF4-FFF2-40B4-BE49-F238E27FC236}">
                <a16:creationId xmlns:a16="http://schemas.microsoft.com/office/drawing/2014/main" id="{9B5ABC99-D661-DCAE-4C46-E7EA11675FE4}"/>
              </a:ext>
            </a:extLst>
          </p:cNvPr>
          <p:cNvPicPr>
            <a:picLocks noChangeAspect="1" noChangeArrowheads="1"/>
          </p:cNvPicPr>
          <p:nvPr/>
        </p:nvPicPr>
        <p:blipFill>
          <a:blip r:embed="rId4">
            <a:grayscl/>
            <a:extLst>
              <a:ext uri="{28A0092B-C50C-407E-A947-70E740481C1C}">
                <a14:useLocalDpi xmlns:a14="http://schemas.microsoft.com/office/drawing/2010/main" val="0"/>
              </a:ext>
            </a:extLst>
          </a:blip>
          <a:srcRect/>
          <a:stretch>
            <a:fillRect/>
          </a:stretch>
        </p:blipFill>
        <p:spPr bwMode="auto">
          <a:xfrm>
            <a:off x="4922150" y="2571750"/>
            <a:ext cx="3011787" cy="20500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0279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28"/>
          <p:cNvSpPr txBox="1">
            <a:spLocks noGrp="1"/>
          </p:cNvSpPr>
          <p:nvPr>
            <p:ph type="title"/>
          </p:nvPr>
        </p:nvSpPr>
        <p:spPr>
          <a:xfrm>
            <a:off x="0" y="-423746"/>
            <a:ext cx="8645513" cy="617684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br>
              <a:rPr lang="en-US" sz="1800" dirty="0"/>
            </a:br>
            <a:br>
              <a:rPr lang="en-US" sz="1800" dirty="0"/>
            </a:br>
            <a:br>
              <a:rPr lang="en-US" sz="1800" dirty="0"/>
            </a:br>
            <a:br>
              <a:rPr lang="en-US" sz="1800" dirty="0"/>
            </a:br>
            <a:br>
              <a:rPr lang="en-US" sz="1800" dirty="0"/>
            </a:br>
            <a:r>
              <a:rPr lang="en-US" sz="1800" dirty="0"/>
              <a:t>Class Limits: </a:t>
            </a:r>
            <a:br>
              <a:rPr lang="en-US" sz="1800" dirty="0"/>
            </a:br>
            <a:br>
              <a:rPr lang="en-US" sz="1800" dirty="0"/>
            </a:br>
            <a:r>
              <a:rPr lang="en-US" sz="1600" b="0" dirty="0">
                <a:solidFill>
                  <a:srgbClr val="001D35"/>
                </a:solidFill>
                <a:latin typeface="Google Sans"/>
              </a:rPr>
              <a:t>A </a:t>
            </a:r>
            <a:r>
              <a:rPr lang="en-US" sz="1600" b="0" i="0" dirty="0">
                <a:solidFill>
                  <a:srgbClr val="001D35"/>
                </a:solidFill>
                <a:effectLst/>
                <a:latin typeface="Google Sans"/>
              </a:rPr>
              <a:t>class limits" refer to </a:t>
            </a:r>
            <a:r>
              <a:rPr lang="en-US" sz="1600" dirty="0"/>
              <a:t>the lowest and highest values that define a </a:t>
            </a:r>
            <a:br>
              <a:rPr lang="en-US" sz="1600" dirty="0"/>
            </a:br>
            <a:r>
              <a:rPr lang="en-US" sz="1600" dirty="0"/>
              <a:t>specific class interval within a data set</a:t>
            </a:r>
            <a:r>
              <a:rPr lang="en-US" sz="1600" b="0" i="0" dirty="0">
                <a:solidFill>
                  <a:srgbClr val="001D35"/>
                </a:solidFill>
                <a:effectLst/>
                <a:latin typeface="Google Sans"/>
              </a:rPr>
              <a:t>, with the lower value being </a:t>
            </a:r>
            <a:br>
              <a:rPr lang="en-US" sz="1600" b="0" i="0" dirty="0">
                <a:solidFill>
                  <a:srgbClr val="001D35"/>
                </a:solidFill>
                <a:effectLst/>
                <a:latin typeface="Google Sans"/>
              </a:rPr>
            </a:br>
            <a:r>
              <a:rPr lang="en-US" sz="1600" b="0" i="0" dirty="0">
                <a:solidFill>
                  <a:srgbClr val="001D35"/>
                </a:solidFill>
                <a:effectLst/>
                <a:latin typeface="Google Sans"/>
              </a:rPr>
              <a:t>called the "lower class limit" and the higher value being called the </a:t>
            </a:r>
            <a:br>
              <a:rPr lang="en-US" sz="1600" b="0" i="0" dirty="0">
                <a:solidFill>
                  <a:srgbClr val="001D35"/>
                </a:solidFill>
                <a:effectLst/>
                <a:latin typeface="Google Sans"/>
              </a:rPr>
            </a:br>
            <a:r>
              <a:rPr lang="en-US" sz="1600" b="0" i="0" dirty="0">
                <a:solidFill>
                  <a:srgbClr val="001D35"/>
                </a:solidFill>
                <a:effectLst/>
                <a:latin typeface="Google Sans"/>
              </a:rPr>
              <a:t>"upper class limit" of that class.</a:t>
            </a: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endParaRPr sz="1800" dirty="0"/>
          </a:p>
        </p:txBody>
      </p:sp>
      <p:pic>
        <p:nvPicPr>
          <p:cNvPr id="3" name="Picture 2">
            <a:extLst>
              <a:ext uri="{FF2B5EF4-FFF2-40B4-BE49-F238E27FC236}">
                <a16:creationId xmlns:a16="http://schemas.microsoft.com/office/drawing/2014/main" id="{13961C4B-FD29-C4B2-E383-264254B30509}"/>
              </a:ext>
            </a:extLst>
          </p:cNvPr>
          <p:cNvPicPr>
            <a:picLocks noChangeAspect="1"/>
          </p:cNvPicPr>
          <p:nvPr/>
        </p:nvPicPr>
        <p:blipFill>
          <a:blip r:embed="rId3">
            <a:grayscl/>
          </a:blip>
          <a:stretch>
            <a:fillRect/>
          </a:stretch>
        </p:blipFill>
        <p:spPr>
          <a:xfrm>
            <a:off x="3940924" y="2459544"/>
            <a:ext cx="3759116" cy="154002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81">
          <a:extLst>
            <a:ext uri="{FF2B5EF4-FFF2-40B4-BE49-F238E27FC236}">
              <a16:creationId xmlns:a16="http://schemas.microsoft.com/office/drawing/2014/main" id="{626AA828-B4CB-C64A-CC40-29F14078A99A}"/>
            </a:ext>
          </a:extLst>
        </p:cNvPr>
        <p:cNvGrpSpPr/>
        <p:nvPr/>
      </p:nvGrpSpPr>
      <p:grpSpPr>
        <a:xfrm>
          <a:off x="0" y="0"/>
          <a:ext cx="0" cy="0"/>
          <a:chOff x="0" y="0"/>
          <a:chExt cx="0" cy="0"/>
        </a:xfrm>
      </p:grpSpPr>
      <p:sp>
        <p:nvSpPr>
          <p:cNvPr id="382" name="Google Shape;382;p28">
            <a:extLst>
              <a:ext uri="{FF2B5EF4-FFF2-40B4-BE49-F238E27FC236}">
                <a16:creationId xmlns:a16="http://schemas.microsoft.com/office/drawing/2014/main" id="{D821482F-4961-D029-AD20-90D4C2C80F06}"/>
              </a:ext>
            </a:extLst>
          </p:cNvPr>
          <p:cNvSpPr txBox="1">
            <a:spLocks noGrp="1"/>
          </p:cNvSpPr>
          <p:nvPr>
            <p:ph type="title"/>
          </p:nvPr>
        </p:nvSpPr>
        <p:spPr>
          <a:xfrm>
            <a:off x="0" y="-423746"/>
            <a:ext cx="8645513" cy="617684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br>
              <a:rPr lang="en-US" sz="1800" dirty="0"/>
            </a:br>
            <a:br>
              <a:rPr lang="en-US" sz="1800" dirty="0"/>
            </a:br>
            <a:br>
              <a:rPr lang="en-US" sz="1800" dirty="0"/>
            </a:br>
            <a:br>
              <a:rPr lang="en-US" sz="1800" dirty="0"/>
            </a:br>
            <a:br>
              <a:rPr lang="en-US" sz="1800" dirty="0"/>
            </a:br>
            <a:r>
              <a:rPr lang="en-US" sz="1800" dirty="0"/>
              <a:t>Class boundaries: </a:t>
            </a:r>
            <a:br>
              <a:rPr lang="en-US" sz="1800" dirty="0"/>
            </a:br>
            <a:br>
              <a:rPr lang="en-US" sz="1800" dirty="0"/>
            </a:br>
            <a:r>
              <a:rPr lang="en-US" sz="1600" b="0" i="0" dirty="0">
                <a:solidFill>
                  <a:srgbClr val="1F1F1F"/>
                </a:solidFill>
                <a:effectLst/>
                <a:latin typeface="Google Sans"/>
              </a:rPr>
              <a:t>A class boundary refers to </a:t>
            </a:r>
            <a:r>
              <a:rPr lang="en-US" sz="1600" b="0" i="0" dirty="0">
                <a:solidFill>
                  <a:srgbClr val="040C28"/>
                </a:solidFill>
                <a:effectLst/>
                <a:latin typeface="Google Sans"/>
              </a:rPr>
              <a:t>the dividing line between two adjacent classes</a:t>
            </a:r>
            <a:br>
              <a:rPr lang="en-US" sz="1600" b="0" i="0" dirty="0">
                <a:solidFill>
                  <a:srgbClr val="040C28"/>
                </a:solidFill>
                <a:effectLst/>
                <a:latin typeface="Google Sans"/>
              </a:rPr>
            </a:br>
            <a:r>
              <a:rPr lang="en-US" sz="1600" b="0" i="0" dirty="0">
                <a:solidFill>
                  <a:srgbClr val="040C28"/>
                </a:solidFill>
                <a:effectLst/>
                <a:latin typeface="Google Sans"/>
              </a:rPr>
              <a:t>or categories in a dataset</a:t>
            </a:r>
            <a:r>
              <a:rPr lang="en-US" sz="1600" b="0" i="0" dirty="0">
                <a:solidFill>
                  <a:srgbClr val="001D35"/>
                </a:solidFill>
                <a:effectLst/>
                <a:latin typeface="Google Sans"/>
              </a:rPr>
              <a:t>.</a:t>
            </a: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endParaRPr sz="1800" dirty="0"/>
          </a:p>
        </p:txBody>
      </p:sp>
      <p:pic>
        <p:nvPicPr>
          <p:cNvPr id="2050" name="Picture 2" descr="How to Find Class Boundaries (With Examples)">
            <a:extLst>
              <a:ext uri="{FF2B5EF4-FFF2-40B4-BE49-F238E27FC236}">
                <a16:creationId xmlns:a16="http://schemas.microsoft.com/office/drawing/2014/main" id="{3CBD94C4-4F60-0F88-17AD-AD8616C06559}"/>
              </a:ext>
            </a:extLst>
          </p:cNvPr>
          <p:cNvPicPr>
            <a:picLocks noChangeAspect="1" noChangeArrowheads="1"/>
          </p:cNvPicPr>
          <p:nvPr/>
        </p:nvPicPr>
        <p:blipFill>
          <a:blip r:embed="rId3">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4084598" y="2014654"/>
            <a:ext cx="2814289" cy="29461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54926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81">
          <a:extLst>
            <a:ext uri="{FF2B5EF4-FFF2-40B4-BE49-F238E27FC236}">
              <a16:creationId xmlns:a16="http://schemas.microsoft.com/office/drawing/2014/main" id="{E75856C0-4B28-F3D5-1B8D-3E21E24681BB}"/>
            </a:ext>
          </a:extLst>
        </p:cNvPr>
        <p:cNvGrpSpPr/>
        <p:nvPr/>
      </p:nvGrpSpPr>
      <p:grpSpPr>
        <a:xfrm>
          <a:off x="0" y="0"/>
          <a:ext cx="0" cy="0"/>
          <a:chOff x="0" y="0"/>
          <a:chExt cx="0" cy="0"/>
        </a:xfrm>
      </p:grpSpPr>
      <p:sp>
        <p:nvSpPr>
          <p:cNvPr id="382" name="Google Shape;382;p28">
            <a:extLst>
              <a:ext uri="{FF2B5EF4-FFF2-40B4-BE49-F238E27FC236}">
                <a16:creationId xmlns:a16="http://schemas.microsoft.com/office/drawing/2014/main" id="{69FFE31C-7AA4-3258-DBB4-D7A4F46C88FE}"/>
              </a:ext>
            </a:extLst>
          </p:cNvPr>
          <p:cNvSpPr txBox="1">
            <a:spLocks noGrp="1"/>
          </p:cNvSpPr>
          <p:nvPr>
            <p:ph type="title"/>
          </p:nvPr>
        </p:nvSpPr>
        <p:spPr>
          <a:xfrm>
            <a:off x="0" y="-423746"/>
            <a:ext cx="8645513" cy="617684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br>
              <a:rPr lang="en-US" sz="1800" dirty="0"/>
            </a:br>
            <a:br>
              <a:rPr lang="en-US" sz="1800" dirty="0"/>
            </a:br>
            <a:br>
              <a:rPr lang="en-US" sz="1800" dirty="0"/>
            </a:br>
            <a:br>
              <a:rPr lang="en-US" sz="1800" dirty="0"/>
            </a:br>
            <a:br>
              <a:rPr lang="en-US" sz="1800" dirty="0"/>
            </a:br>
            <a:r>
              <a:rPr lang="en-US" sz="1800" dirty="0"/>
              <a:t>Class Width: </a:t>
            </a:r>
            <a:br>
              <a:rPr lang="en-US" sz="1800" dirty="0"/>
            </a:br>
            <a:br>
              <a:rPr lang="en-US" sz="1800" dirty="0"/>
            </a:br>
            <a:r>
              <a:rPr lang="en-US" sz="1600" b="0" i="0" dirty="0">
                <a:solidFill>
                  <a:srgbClr val="1F1F1F"/>
                </a:solidFill>
                <a:effectLst/>
                <a:latin typeface="Google Sans"/>
              </a:rPr>
              <a:t>A Class width </a:t>
            </a:r>
            <a:r>
              <a:rPr lang="en-US" sz="1600" b="0" i="0" dirty="0">
                <a:solidFill>
                  <a:srgbClr val="040C28"/>
                </a:solidFill>
                <a:effectLst/>
                <a:latin typeface="Google Sans"/>
              </a:rPr>
              <a:t>represents the size of each class in a grouped frequency </a:t>
            </a:r>
            <a:br>
              <a:rPr lang="en-US" sz="1600" b="0" i="0" dirty="0">
                <a:solidFill>
                  <a:srgbClr val="040C28"/>
                </a:solidFill>
                <a:effectLst/>
                <a:latin typeface="Google Sans"/>
              </a:rPr>
            </a:br>
            <a:r>
              <a:rPr lang="en-US" sz="1600" b="0" i="0" dirty="0">
                <a:solidFill>
                  <a:srgbClr val="040C28"/>
                </a:solidFill>
                <a:effectLst/>
                <a:latin typeface="Google Sans"/>
              </a:rPr>
              <a:t>distribution</a:t>
            </a:r>
            <a:r>
              <a:rPr lang="en-US" sz="1600" b="0" i="0" dirty="0">
                <a:solidFill>
                  <a:srgbClr val="1F1F1F"/>
                </a:solidFill>
                <a:effectLst/>
                <a:latin typeface="Google Sans"/>
              </a:rPr>
              <a:t>.  </a:t>
            </a: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endParaRPr sz="1800" dirty="0"/>
          </a:p>
        </p:txBody>
      </p:sp>
      <p:pic>
        <p:nvPicPr>
          <p:cNvPr id="2" name="Picture 1">
            <a:extLst>
              <a:ext uri="{FF2B5EF4-FFF2-40B4-BE49-F238E27FC236}">
                <a16:creationId xmlns:a16="http://schemas.microsoft.com/office/drawing/2014/main" id="{B99EC811-47FB-B616-F84E-1AADEACE84F3}"/>
              </a:ext>
            </a:extLst>
          </p:cNvPr>
          <p:cNvPicPr>
            <a:picLocks noChangeAspect="1"/>
          </p:cNvPicPr>
          <p:nvPr/>
        </p:nvPicPr>
        <p:blipFill>
          <a:blip r:embed="rId3">
            <a:grayscl/>
          </a:blip>
          <a:stretch>
            <a:fillRect/>
          </a:stretch>
        </p:blipFill>
        <p:spPr>
          <a:xfrm>
            <a:off x="3940924" y="2459544"/>
            <a:ext cx="3759116" cy="1540025"/>
          </a:xfrm>
          <a:prstGeom prst="rect">
            <a:avLst/>
          </a:prstGeom>
        </p:spPr>
      </p:pic>
    </p:spTree>
    <p:extLst>
      <p:ext uri="{BB962C8B-B14F-4D97-AF65-F5344CB8AC3E}">
        <p14:creationId xmlns:p14="http://schemas.microsoft.com/office/powerpoint/2010/main" val="41847098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81">
          <a:extLst>
            <a:ext uri="{FF2B5EF4-FFF2-40B4-BE49-F238E27FC236}">
              <a16:creationId xmlns:a16="http://schemas.microsoft.com/office/drawing/2014/main" id="{7AE382FA-AF1C-D130-AFD2-8420A720CC46}"/>
            </a:ext>
          </a:extLst>
        </p:cNvPr>
        <p:cNvGrpSpPr/>
        <p:nvPr/>
      </p:nvGrpSpPr>
      <p:grpSpPr>
        <a:xfrm>
          <a:off x="0" y="0"/>
          <a:ext cx="0" cy="0"/>
          <a:chOff x="0" y="0"/>
          <a:chExt cx="0" cy="0"/>
        </a:xfrm>
      </p:grpSpPr>
      <p:sp>
        <p:nvSpPr>
          <p:cNvPr id="382" name="Google Shape;382;p28">
            <a:extLst>
              <a:ext uri="{FF2B5EF4-FFF2-40B4-BE49-F238E27FC236}">
                <a16:creationId xmlns:a16="http://schemas.microsoft.com/office/drawing/2014/main" id="{D9556CEB-471E-E255-E7A8-F3B2F4E7C67F}"/>
              </a:ext>
            </a:extLst>
          </p:cNvPr>
          <p:cNvSpPr txBox="1">
            <a:spLocks noGrp="1"/>
          </p:cNvSpPr>
          <p:nvPr>
            <p:ph type="title"/>
          </p:nvPr>
        </p:nvSpPr>
        <p:spPr>
          <a:xfrm>
            <a:off x="0" y="-423746"/>
            <a:ext cx="8645513" cy="617684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br>
              <a:rPr lang="en-US" sz="1800" dirty="0"/>
            </a:br>
            <a:br>
              <a:rPr lang="en-US" sz="1800" dirty="0"/>
            </a:br>
            <a:br>
              <a:rPr lang="en-US" sz="1800" dirty="0"/>
            </a:br>
            <a:br>
              <a:rPr lang="en-US" sz="1800" dirty="0"/>
            </a:br>
            <a:br>
              <a:rPr lang="en-US" sz="1800" dirty="0"/>
            </a:br>
            <a:r>
              <a:rPr lang="en-US" sz="1600" b="0" i="0" dirty="0">
                <a:solidFill>
                  <a:srgbClr val="1F1F1F"/>
                </a:solidFill>
                <a:effectLst/>
                <a:latin typeface="Google Sans"/>
              </a:rPr>
              <a:t>  </a:t>
            </a: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endParaRPr sz="1800" dirty="0"/>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DCDCC19-2DFF-E3DE-EA8C-B3AB9E4A7C88}"/>
                  </a:ext>
                </a:extLst>
              </p:cNvPr>
              <p:cNvSpPr txBox="1"/>
              <p:nvPr/>
            </p:nvSpPr>
            <p:spPr>
              <a:xfrm>
                <a:off x="260196" y="1167161"/>
                <a:ext cx="6623823" cy="3268202"/>
              </a:xfrm>
              <a:prstGeom prst="rect">
                <a:avLst/>
              </a:prstGeom>
              <a:noFill/>
            </p:spPr>
            <p:txBody>
              <a:bodyPr wrap="square">
                <a:spAutoFit/>
              </a:bodyPr>
              <a:lstStyle/>
              <a:p>
                <a:pPr algn="l"/>
                <a:r>
                  <a:rPr lang="en-US" sz="1300" dirty="0">
                    <a:latin typeface="Times New Roman" panose="02020603050405020304" pitchFamily="18" charset="0"/>
                    <a:cs typeface="Times New Roman" panose="02020603050405020304" pitchFamily="18" charset="0"/>
                  </a:rPr>
                  <a:t>Make a grouped frequency distribution from the following data, relating to the weight </a:t>
                </a:r>
              </a:p>
              <a:p>
                <a:pPr algn="l"/>
                <a:r>
                  <a:rPr lang="en-US" sz="1300" dirty="0">
                    <a:latin typeface="Times New Roman" panose="02020603050405020304" pitchFamily="18" charset="0"/>
                    <a:cs typeface="Times New Roman" panose="02020603050405020304" pitchFamily="18" charset="0"/>
                  </a:rPr>
                  <a:t>r</a:t>
                </a:r>
                <a:r>
                  <a:rPr lang="en-US" sz="1300" b="0" i="0" u="none" strike="noStrike" baseline="0" dirty="0">
                    <a:latin typeface="Times New Roman" panose="02020603050405020304" pitchFamily="18" charset="0"/>
                    <a:cs typeface="Times New Roman" panose="02020603050405020304" pitchFamily="18" charset="0"/>
                  </a:rPr>
                  <a:t>ecorded to the nearest grams of 60 apples picked out at random from a consignment,</a:t>
                </a:r>
              </a:p>
              <a:p>
                <a:pPr algn="l"/>
                <a:endParaRPr lang="en-US" sz="1300" b="0" i="0" u="none" strike="noStrike" baseline="0" dirty="0">
                  <a:latin typeface="Times New Roman" panose="02020603050405020304" pitchFamily="18" charset="0"/>
                  <a:cs typeface="Times New Roman" panose="02020603050405020304" pitchFamily="18" charset="0"/>
                </a:endParaRPr>
              </a:p>
              <a:p>
                <a:pPr algn="l"/>
                <a:r>
                  <a:rPr lang="en-US" sz="1300" b="0" i="0" u="none" strike="noStrike" baseline="0" dirty="0">
                    <a:latin typeface="Times New Roman" panose="02020603050405020304" pitchFamily="18" charset="0"/>
                    <a:cs typeface="Times New Roman" panose="02020603050405020304" pitchFamily="18" charset="0"/>
                  </a:rPr>
                  <a:t>106 107 76 82 109 107 115 93 187 95 123 125 </a:t>
                </a:r>
                <a:r>
                  <a:rPr lang="de-DE" sz="1300" dirty="0">
                    <a:latin typeface="Times New Roman" panose="02020603050405020304" pitchFamily="18" charset="0"/>
                    <a:cs typeface="Times New Roman" panose="02020603050405020304" pitchFamily="18" charset="0"/>
                  </a:rPr>
                  <a:t>111</a:t>
                </a:r>
                <a:r>
                  <a:rPr lang="de-DE" sz="1300" b="0" i="0" u="none" strike="noStrike" baseline="0" dirty="0">
                    <a:latin typeface="Times New Roman" panose="02020603050405020304" pitchFamily="18" charset="0"/>
                    <a:cs typeface="Times New Roman" panose="02020603050405020304" pitchFamily="18" charset="0"/>
                  </a:rPr>
                  <a:t> 92 86 70 126 68 130 129 139 119 115 128</a:t>
                </a:r>
              </a:p>
              <a:p>
                <a:pPr algn="l"/>
                <a:r>
                  <a:rPr lang="en-US" sz="1300" b="0" i="0" u="none" strike="noStrike" baseline="0" dirty="0">
                    <a:latin typeface="Times New Roman" panose="02020603050405020304" pitchFamily="18" charset="0"/>
                    <a:cs typeface="Times New Roman" panose="02020603050405020304" pitchFamily="18" charset="0"/>
                  </a:rPr>
                  <a:t>100 186 84 99 113 204 111 141 136 123 90 115 </a:t>
                </a:r>
                <a:r>
                  <a:rPr lang="nn-NO" sz="1300" b="0" i="0" u="none" strike="noStrike" baseline="0" dirty="0">
                    <a:latin typeface="Times New Roman" panose="02020603050405020304" pitchFamily="18" charset="0"/>
                    <a:cs typeface="Times New Roman" panose="02020603050405020304" pitchFamily="18" charset="0"/>
                  </a:rPr>
                  <a:t>98 110 78 185 162 178 140 152 173 146 158 194 </a:t>
                </a:r>
                <a:r>
                  <a:rPr lang="en-US" sz="1300" b="0" i="0" u="none" strike="noStrike" baseline="0" dirty="0">
                    <a:latin typeface="Times New Roman" panose="02020603050405020304" pitchFamily="18" charset="0"/>
                    <a:cs typeface="Times New Roman" panose="02020603050405020304" pitchFamily="18" charset="0"/>
                  </a:rPr>
                  <a:t>148 90 107 181, 131, 75 184 104 110 80</a:t>
                </a:r>
              </a:p>
              <a:p>
                <a:pPr algn="l"/>
                <a:endParaRPr lang="en-US" sz="1300" b="0" i="0" u="none" strike="noStrike" baseline="0" dirty="0">
                  <a:latin typeface="Times New Roman" panose="02020603050405020304" pitchFamily="18" charset="0"/>
                  <a:cs typeface="Times New Roman" panose="02020603050405020304" pitchFamily="18" charset="0"/>
                </a:endParaRPr>
              </a:p>
              <a:p>
                <a:pPr algn="l"/>
                <a:r>
                  <a:rPr lang="en-US" sz="1300" b="0" i="0" u="none" strike="noStrike" baseline="0" dirty="0">
                    <a:latin typeface="Times New Roman" panose="02020603050405020304" pitchFamily="18" charset="0"/>
                    <a:cs typeface="Times New Roman" panose="02020603050405020304" pitchFamily="18" charset="0"/>
                  </a:rPr>
                  <a:t>By scanning the data, we find that the largest weight is 204 and the smallest weight is</a:t>
                </a:r>
              </a:p>
              <a:p>
                <a:pPr algn="l"/>
                <a:r>
                  <a:rPr lang="en-US" sz="1300" b="0" i="0" u="none" strike="noStrike" baseline="0" dirty="0">
                    <a:latin typeface="Times New Roman" panose="02020603050405020304" pitchFamily="18" charset="0"/>
                    <a:cs typeface="Times New Roman" panose="02020603050405020304" pitchFamily="18" charset="0"/>
                  </a:rPr>
                  <a:t>grams </a:t>
                </a:r>
                <a:r>
                  <a:rPr lang="en-US" sz="1300" dirty="0">
                    <a:latin typeface="Times New Roman" panose="02020603050405020304" pitchFamily="18" charset="0"/>
                    <a:cs typeface="Times New Roman" panose="02020603050405020304" pitchFamily="18" charset="0"/>
                  </a:rPr>
                  <a:t>68</a:t>
                </a:r>
                <a:r>
                  <a:rPr lang="en-US" sz="1300" b="0" i="0" u="none" strike="noStrike" baseline="0" dirty="0">
                    <a:latin typeface="Times New Roman" panose="02020603050405020304" pitchFamily="18" charset="0"/>
                    <a:cs typeface="Times New Roman" panose="02020603050405020304" pitchFamily="18" charset="0"/>
                  </a:rPr>
                  <a:t> that the range is </a:t>
                </a:r>
                <a14:m>
                  <m:oMath xmlns:m="http://schemas.openxmlformats.org/officeDocument/2006/math">
                    <m:r>
                      <a:rPr lang="en-US" sz="1300" b="0" i="1" u="none" strike="noStrike" baseline="0" dirty="0" smtClean="0">
                        <a:latin typeface="Cambria Math" panose="02040503050406030204" pitchFamily="18" charset="0"/>
                      </a:rPr>
                      <m:t>204 — 68 = 136 </m:t>
                    </m:r>
                  </m:oMath>
                </a14:m>
                <a:r>
                  <a:rPr lang="en-US" sz="1300" b="0" i="0" u="none" strike="noStrike" baseline="0" dirty="0">
                    <a:latin typeface="Times New Roman" panose="02020603050405020304" pitchFamily="18" charset="0"/>
                    <a:cs typeface="Times New Roman" panose="02020603050405020304" pitchFamily="18" charset="0"/>
                  </a:rPr>
                  <a:t>grams,</a:t>
                </a:r>
              </a:p>
              <a:p>
                <a:pPr algn="l"/>
                <a:r>
                  <a:rPr lang="en-US" sz="1300" dirty="0">
                    <a:latin typeface="Times New Roman" panose="02020603050405020304" pitchFamily="18" charset="0"/>
                    <a:cs typeface="Times New Roman" panose="02020603050405020304" pitchFamily="18" charset="0"/>
                  </a:rPr>
                  <a:t> </a:t>
                </a:r>
              </a:p>
              <a:p>
                <a:pPr algn="l"/>
                <a14:m>
                  <m:oMathPara xmlns:m="http://schemas.openxmlformats.org/officeDocument/2006/math">
                    <m:oMathParaPr>
                      <m:jc m:val="centerGroup"/>
                    </m:oMathParaPr>
                    <m:oMath xmlns:m="http://schemas.openxmlformats.org/officeDocument/2006/math">
                      <m:r>
                        <a:rPr lang="en-US" sz="1300" i="1" dirty="0" smtClean="0">
                          <a:latin typeface="Cambria Math" panose="02040503050406030204" pitchFamily="18" charset="0"/>
                        </a:rPr>
                        <m:t>𝐶𝑙𝑎𝑠𝑠</m:t>
                      </m:r>
                      <m:r>
                        <a:rPr lang="en-US" sz="1300" i="1" dirty="0">
                          <a:latin typeface="Cambria Math" panose="02040503050406030204" pitchFamily="18" charset="0"/>
                        </a:rPr>
                        <m:t> </m:t>
                      </m:r>
                      <m:r>
                        <a:rPr lang="en-US" sz="1300" i="1" dirty="0" smtClean="0">
                          <a:latin typeface="Cambria Math" panose="02040503050406030204" pitchFamily="18" charset="0"/>
                        </a:rPr>
                        <m:t>𝑤𝑖𝑑𝑡h</m:t>
                      </m:r>
                      <m:r>
                        <a:rPr lang="en-US" sz="1300" i="1" dirty="0" smtClean="0">
                          <a:latin typeface="Cambria Math" panose="02040503050406030204" pitchFamily="18" charset="0"/>
                        </a:rPr>
                        <m:t>=</m:t>
                      </m:r>
                      <m:f>
                        <m:fPr>
                          <m:ctrlPr>
                            <a:rPr lang="en-US" sz="1300" i="1" dirty="0" smtClean="0">
                              <a:latin typeface="Cambria Math" panose="02040503050406030204" pitchFamily="18" charset="0"/>
                            </a:rPr>
                          </m:ctrlPr>
                        </m:fPr>
                        <m:num>
                          <m:r>
                            <a:rPr lang="en-US" sz="1300" i="1" dirty="0" smtClean="0">
                              <a:latin typeface="Cambria Math" panose="02040503050406030204" pitchFamily="18" charset="0"/>
                            </a:rPr>
                            <m:t>136</m:t>
                          </m:r>
                        </m:num>
                        <m:den>
                          <m:r>
                            <a:rPr lang="en-US" sz="1300" i="1" dirty="0">
                              <a:latin typeface="Cambria Math" panose="02040503050406030204" pitchFamily="18" charset="0"/>
                            </a:rPr>
                            <m:t>7</m:t>
                          </m:r>
                        </m:den>
                      </m:f>
                      <m:r>
                        <a:rPr lang="en-US" sz="1300" b="0" i="0" dirty="0" smtClean="0">
                          <a:latin typeface="Cambria Math" panose="02040503050406030204" pitchFamily="18" charset="0"/>
                        </a:rPr>
                        <m:t>=19.47</m:t>
                      </m:r>
                    </m:oMath>
                  </m:oMathPara>
                </a14:m>
                <a:endParaRPr lang="en-US" sz="1300" b="0" i="0" dirty="0">
                  <a:latin typeface="Times New Roman" panose="02020603050405020304" pitchFamily="18" charset="0"/>
                  <a:cs typeface="Times New Roman" panose="02020603050405020304" pitchFamily="18" charset="0"/>
                </a:endParaRPr>
              </a:p>
              <a:p>
                <a:pPr algn="l"/>
                <a:endParaRPr lang="en-US" sz="1300" b="0" i="0" dirty="0">
                  <a:latin typeface="Times New Roman" panose="02020603050405020304" pitchFamily="18" charset="0"/>
                  <a:cs typeface="Times New Roman" panose="02020603050405020304" pitchFamily="18" charset="0"/>
                </a:endParaRPr>
              </a:p>
              <a:p>
                <a:pPr algn="l"/>
                <a14:m>
                  <m:oMathPara xmlns:m="http://schemas.openxmlformats.org/officeDocument/2006/math">
                    <m:oMathParaPr>
                      <m:jc m:val="centerGroup"/>
                    </m:oMathParaPr>
                    <m:oMath xmlns:m="http://schemas.openxmlformats.org/officeDocument/2006/math">
                      <m:r>
                        <a:rPr lang="en-US" sz="1300" b="0" i="1" smtClean="0">
                          <a:latin typeface="Cambria Math" panose="02040503050406030204" pitchFamily="18" charset="0"/>
                        </a:rPr>
                        <m:t>h</m:t>
                      </m:r>
                      <m:r>
                        <a:rPr lang="en-US" sz="1300" b="0" i="1" smtClean="0">
                          <a:latin typeface="Cambria Math" panose="02040503050406030204" pitchFamily="18" charset="0"/>
                        </a:rPr>
                        <m:t>=20</m:t>
                      </m:r>
                    </m:oMath>
                  </m:oMathPara>
                </a14:m>
                <a:endParaRPr lang="en-US" sz="1300" b="0" i="0" dirty="0">
                  <a:latin typeface="Times New Roman" panose="02020603050405020304" pitchFamily="18" charset="0"/>
                  <a:cs typeface="Times New Roman" panose="02020603050405020304" pitchFamily="18" charset="0"/>
                </a:endParaRPr>
              </a:p>
              <a:p>
                <a:pPr algn="l"/>
                <a:r>
                  <a:rPr lang="en-US" sz="1300" dirty="0">
                    <a:latin typeface="Times New Roman" panose="02020603050405020304" pitchFamily="18" charset="0"/>
                    <a:cs typeface="Times New Roman" panose="02020603050405020304" pitchFamily="18" charset="0"/>
                  </a:rPr>
                  <a:t>Lower class limit = 65</a:t>
                </a:r>
              </a:p>
              <a:p>
                <a:pPr algn="l"/>
                <a:endParaRPr lang="en-US" sz="1300" b="0" i="0" u="none" strike="noStrike" baseline="0" dirty="0">
                  <a:latin typeface="GlyphLessFont"/>
                </a:endParaRPr>
              </a:p>
            </p:txBody>
          </p:sp>
        </mc:Choice>
        <mc:Fallback xmlns="">
          <p:sp>
            <p:nvSpPr>
              <p:cNvPr id="14" name="TextBox 13">
                <a:extLst>
                  <a:ext uri="{FF2B5EF4-FFF2-40B4-BE49-F238E27FC236}">
                    <a16:creationId xmlns:a16="http://schemas.microsoft.com/office/drawing/2014/main" id="{5DCDCC19-2DFF-E3DE-EA8C-B3AB9E4A7C88}"/>
                  </a:ext>
                </a:extLst>
              </p:cNvPr>
              <p:cNvSpPr txBox="1">
                <a:spLocks noRot="1" noChangeAspect="1" noMove="1" noResize="1" noEditPoints="1" noAdjustHandles="1" noChangeArrowheads="1" noChangeShapeType="1" noTextEdit="1"/>
              </p:cNvSpPr>
              <p:nvPr/>
            </p:nvSpPr>
            <p:spPr>
              <a:xfrm>
                <a:off x="260196" y="1167161"/>
                <a:ext cx="6623823" cy="3268202"/>
              </a:xfrm>
              <a:prstGeom prst="rect">
                <a:avLst/>
              </a:prstGeom>
              <a:blipFill>
                <a:blip r:embed="rId3"/>
                <a:stretch>
                  <a:fillRect l="-184" t="-186"/>
                </a:stretch>
              </a:blipFill>
            </p:spPr>
            <p:txBody>
              <a:bodyPr/>
              <a:lstStyle/>
              <a:p>
                <a:r>
                  <a:rPr lang="en-US">
                    <a:noFill/>
                  </a:rPr>
                  <a:t> </a:t>
                </a:r>
              </a:p>
            </p:txBody>
          </p:sp>
        </mc:Fallback>
      </mc:AlternateContent>
    </p:spTree>
    <p:extLst>
      <p:ext uri="{BB962C8B-B14F-4D97-AF65-F5344CB8AC3E}">
        <p14:creationId xmlns:p14="http://schemas.microsoft.com/office/powerpoint/2010/main" val="8943946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81">
          <a:extLst>
            <a:ext uri="{FF2B5EF4-FFF2-40B4-BE49-F238E27FC236}">
              <a16:creationId xmlns:a16="http://schemas.microsoft.com/office/drawing/2014/main" id="{EF7B23A3-575B-1F65-59D0-83CC6FF5BF50}"/>
            </a:ext>
          </a:extLst>
        </p:cNvPr>
        <p:cNvGrpSpPr/>
        <p:nvPr/>
      </p:nvGrpSpPr>
      <p:grpSpPr>
        <a:xfrm>
          <a:off x="0" y="0"/>
          <a:ext cx="0" cy="0"/>
          <a:chOff x="0" y="0"/>
          <a:chExt cx="0" cy="0"/>
        </a:xfrm>
      </p:grpSpPr>
      <p:sp>
        <p:nvSpPr>
          <p:cNvPr id="382" name="Google Shape;382;p28">
            <a:extLst>
              <a:ext uri="{FF2B5EF4-FFF2-40B4-BE49-F238E27FC236}">
                <a16:creationId xmlns:a16="http://schemas.microsoft.com/office/drawing/2014/main" id="{73761D73-73F2-7E3B-B8BC-53C46614DF70}"/>
              </a:ext>
            </a:extLst>
          </p:cNvPr>
          <p:cNvSpPr txBox="1">
            <a:spLocks noGrp="1"/>
          </p:cNvSpPr>
          <p:nvPr>
            <p:ph type="title"/>
          </p:nvPr>
        </p:nvSpPr>
        <p:spPr>
          <a:xfrm>
            <a:off x="0" y="-423746"/>
            <a:ext cx="8645513" cy="617684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br>
              <a:rPr lang="en-US" sz="1800" dirty="0"/>
            </a:br>
            <a:br>
              <a:rPr lang="en-US" sz="1800" dirty="0"/>
            </a:br>
            <a:br>
              <a:rPr lang="en-US" sz="1800" dirty="0"/>
            </a:br>
            <a:br>
              <a:rPr lang="en-US" sz="1800" dirty="0"/>
            </a:br>
            <a:br>
              <a:rPr lang="en-US" sz="1800" dirty="0"/>
            </a:br>
            <a:r>
              <a:rPr lang="en-US" sz="1600" b="0" i="0" dirty="0">
                <a:solidFill>
                  <a:srgbClr val="1F1F1F"/>
                </a:solidFill>
                <a:effectLst/>
                <a:latin typeface="Google Sans"/>
              </a:rPr>
              <a:t>  </a:t>
            </a: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endParaRPr sz="1800" dirty="0"/>
          </a:p>
        </p:txBody>
      </p:sp>
      <p:pic>
        <p:nvPicPr>
          <p:cNvPr id="3" name="Picture 2">
            <a:extLst>
              <a:ext uri="{FF2B5EF4-FFF2-40B4-BE49-F238E27FC236}">
                <a16:creationId xmlns:a16="http://schemas.microsoft.com/office/drawing/2014/main" id="{CAD6F9BA-50BD-2FB0-7D17-C54721055A78}"/>
              </a:ext>
            </a:extLst>
          </p:cNvPr>
          <p:cNvPicPr>
            <a:picLocks noChangeAspect="1"/>
          </p:cNvPicPr>
          <p:nvPr/>
        </p:nvPicPr>
        <p:blipFill>
          <a:blip r:embed="rId3">
            <a:duotone>
              <a:prstClr val="black"/>
              <a:schemeClr val="accent2">
                <a:tint val="45000"/>
                <a:satMod val="400000"/>
              </a:schemeClr>
            </a:duotone>
          </a:blip>
          <a:stretch>
            <a:fillRect/>
          </a:stretch>
        </p:blipFill>
        <p:spPr>
          <a:xfrm>
            <a:off x="498487" y="478459"/>
            <a:ext cx="7523253" cy="4167882"/>
          </a:xfrm>
          <a:prstGeom prst="rect">
            <a:avLst/>
          </a:prstGeom>
        </p:spPr>
      </p:pic>
    </p:spTree>
    <p:extLst>
      <p:ext uri="{BB962C8B-B14F-4D97-AF65-F5344CB8AC3E}">
        <p14:creationId xmlns:p14="http://schemas.microsoft.com/office/powerpoint/2010/main" val="26790900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81">
          <a:extLst>
            <a:ext uri="{FF2B5EF4-FFF2-40B4-BE49-F238E27FC236}">
              <a16:creationId xmlns:a16="http://schemas.microsoft.com/office/drawing/2014/main" id="{BBD87329-6757-7857-604B-34FB09D4A5AC}"/>
            </a:ext>
          </a:extLst>
        </p:cNvPr>
        <p:cNvGrpSpPr/>
        <p:nvPr/>
      </p:nvGrpSpPr>
      <p:grpSpPr>
        <a:xfrm>
          <a:off x="0" y="0"/>
          <a:ext cx="0" cy="0"/>
          <a:chOff x="0" y="0"/>
          <a:chExt cx="0" cy="0"/>
        </a:xfrm>
      </p:grpSpPr>
      <p:sp>
        <p:nvSpPr>
          <p:cNvPr id="382" name="Google Shape;382;p28">
            <a:extLst>
              <a:ext uri="{FF2B5EF4-FFF2-40B4-BE49-F238E27FC236}">
                <a16:creationId xmlns:a16="http://schemas.microsoft.com/office/drawing/2014/main" id="{4B03BB7E-D0A6-D89C-53BC-A2DE7B0406B3}"/>
              </a:ext>
            </a:extLst>
          </p:cNvPr>
          <p:cNvSpPr txBox="1">
            <a:spLocks noGrp="1"/>
          </p:cNvSpPr>
          <p:nvPr>
            <p:ph type="title"/>
          </p:nvPr>
        </p:nvSpPr>
        <p:spPr>
          <a:xfrm>
            <a:off x="0" y="-423746"/>
            <a:ext cx="8645513" cy="617684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br>
              <a:rPr lang="en-US" sz="1800" dirty="0"/>
            </a:br>
            <a:br>
              <a:rPr lang="en-US" sz="1800" dirty="0"/>
            </a:br>
            <a:br>
              <a:rPr lang="en-US" sz="1800" dirty="0"/>
            </a:br>
            <a:br>
              <a:rPr lang="en-US" sz="1800" dirty="0"/>
            </a:br>
            <a:br>
              <a:rPr lang="en-US" sz="1800" dirty="0"/>
            </a:br>
            <a:r>
              <a:rPr lang="en-US" sz="1600" b="0" i="0" dirty="0">
                <a:solidFill>
                  <a:srgbClr val="1F1F1F"/>
                </a:solidFill>
                <a:effectLst/>
                <a:latin typeface="Google Sans"/>
              </a:rPr>
              <a:t>  </a:t>
            </a: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endParaRPr sz="1800" dirty="0"/>
          </a:p>
        </p:txBody>
      </p:sp>
      <p:pic>
        <p:nvPicPr>
          <p:cNvPr id="6" name="Picture 5">
            <a:extLst>
              <a:ext uri="{FF2B5EF4-FFF2-40B4-BE49-F238E27FC236}">
                <a16:creationId xmlns:a16="http://schemas.microsoft.com/office/drawing/2014/main" id="{914025BC-11EF-A387-2241-1C3CDA47DCBF}"/>
              </a:ext>
            </a:extLst>
          </p:cNvPr>
          <p:cNvPicPr>
            <a:picLocks noChangeAspect="1"/>
          </p:cNvPicPr>
          <p:nvPr/>
        </p:nvPicPr>
        <p:blipFill>
          <a:blip r:embed="rId3">
            <a:duotone>
              <a:prstClr val="black"/>
              <a:schemeClr val="accent2">
                <a:tint val="45000"/>
                <a:satMod val="400000"/>
              </a:schemeClr>
            </a:duotone>
          </a:blip>
          <a:stretch>
            <a:fillRect/>
          </a:stretch>
        </p:blipFill>
        <p:spPr>
          <a:xfrm>
            <a:off x="914284" y="791503"/>
            <a:ext cx="5114925" cy="3297277"/>
          </a:xfrm>
          <a:prstGeom prst="rect">
            <a:avLst/>
          </a:prstGeom>
        </p:spPr>
      </p:pic>
    </p:spTree>
    <p:extLst>
      <p:ext uri="{BB962C8B-B14F-4D97-AF65-F5344CB8AC3E}">
        <p14:creationId xmlns:p14="http://schemas.microsoft.com/office/powerpoint/2010/main" val="2557188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81">
          <a:extLst>
            <a:ext uri="{FF2B5EF4-FFF2-40B4-BE49-F238E27FC236}">
              <a16:creationId xmlns:a16="http://schemas.microsoft.com/office/drawing/2014/main" id="{560F63C6-71FE-8F4F-B459-9188F6C8F866}"/>
            </a:ext>
          </a:extLst>
        </p:cNvPr>
        <p:cNvGrpSpPr/>
        <p:nvPr/>
      </p:nvGrpSpPr>
      <p:grpSpPr>
        <a:xfrm>
          <a:off x="0" y="0"/>
          <a:ext cx="0" cy="0"/>
          <a:chOff x="0" y="0"/>
          <a:chExt cx="0" cy="0"/>
        </a:xfrm>
      </p:grpSpPr>
      <p:sp>
        <p:nvSpPr>
          <p:cNvPr id="382" name="Google Shape;382;p28">
            <a:extLst>
              <a:ext uri="{FF2B5EF4-FFF2-40B4-BE49-F238E27FC236}">
                <a16:creationId xmlns:a16="http://schemas.microsoft.com/office/drawing/2014/main" id="{70FAE21A-5646-2C86-6599-80D7B96EF77C}"/>
              </a:ext>
            </a:extLst>
          </p:cNvPr>
          <p:cNvSpPr txBox="1">
            <a:spLocks noGrp="1"/>
          </p:cNvSpPr>
          <p:nvPr>
            <p:ph type="title"/>
          </p:nvPr>
        </p:nvSpPr>
        <p:spPr>
          <a:xfrm>
            <a:off x="0" y="-423746"/>
            <a:ext cx="8645513" cy="617684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br>
              <a:rPr lang="en-US" sz="1800" dirty="0"/>
            </a:br>
            <a:br>
              <a:rPr lang="en-US" sz="1800" dirty="0"/>
            </a:br>
            <a:br>
              <a:rPr lang="en-US" sz="1800" dirty="0"/>
            </a:br>
            <a:br>
              <a:rPr lang="en-US" sz="1800" dirty="0"/>
            </a:br>
            <a:br>
              <a:rPr lang="en-US" sz="1800" dirty="0"/>
            </a:br>
            <a:r>
              <a:rPr lang="en-US" sz="1600" b="0" i="0" dirty="0">
                <a:solidFill>
                  <a:srgbClr val="1F1F1F"/>
                </a:solidFill>
                <a:effectLst/>
                <a:latin typeface="Google Sans"/>
              </a:rPr>
              <a:t>  </a:t>
            </a: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endParaRPr sz="1800" dirty="0"/>
          </a:p>
        </p:txBody>
      </p:sp>
      <p:pic>
        <p:nvPicPr>
          <p:cNvPr id="3" name="Picture 2">
            <a:extLst>
              <a:ext uri="{FF2B5EF4-FFF2-40B4-BE49-F238E27FC236}">
                <a16:creationId xmlns:a16="http://schemas.microsoft.com/office/drawing/2014/main" id="{A40AE6F5-B911-3743-99EA-3ABDDB285C77}"/>
              </a:ext>
            </a:extLst>
          </p:cNvPr>
          <p:cNvPicPr>
            <a:picLocks noChangeAspect="1"/>
          </p:cNvPicPr>
          <p:nvPr/>
        </p:nvPicPr>
        <p:blipFill>
          <a:blip r:embed="rId3">
            <a:duotone>
              <a:prstClr val="black"/>
              <a:schemeClr val="accent2">
                <a:tint val="45000"/>
                <a:satMod val="400000"/>
              </a:schemeClr>
            </a:duotone>
          </a:blip>
          <a:stretch>
            <a:fillRect/>
          </a:stretch>
        </p:blipFill>
        <p:spPr>
          <a:xfrm>
            <a:off x="498487" y="794990"/>
            <a:ext cx="5857875" cy="2818006"/>
          </a:xfrm>
          <a:prstGeom prst="rect">
            <a:avLst/>
          </a:prstGeom>
        </p:spPr>
      </p:pic>
    </p:spTree>
    <p:extLst>
      <p:ext uri="{BB962C8B-B14F-4D97-AF65-F5344CB8AC3E}">
        <p14:creationId xmlns:p14="http://schemas.microsoft.com/office/powerpoint/2010/main" val="10663324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81">
          <a:extLst>
            <a:ext uri="{FF2B5EF4-FFF2-40B4-BE49-F238E27FC236}">
              <a16:creationId xmlns:a16="http://schemas.microsoft.com/office/drawing/2014/main" id="{25FBD13F-E520-63CF-75A1-EF7C350E7B3D}"/>
            </a:ext>
          </a:extLst>
        </p:cNvPr>
        <p:cNvGrpSpPr/>
        <p:nvPr/>
      </p:nvGrpSpPr>
      <p:grpSpPr>
        <a:xfrm>
          <a:off x="0" y="0"/>
          <a:ext cx="0" cy="0"/>
          <a:chOff x="0" y="0"/>
          <a:chExt cx="0" cy="0"/>
        </a:xfrm>
      </p:grpSpPr>
      <p:sp>
        <p:nvSpPr>
          <p:cNvPr id="382" name="Google Shape;382;p28">
            <a:extLst>
              <a:ext uri="{FF2B5EF4-FFF2-40B4-BE49-F238E27FC236}">
                <a16:creationId xmlns:a16="http://schemas.microsoft.com/office/drawing/2014/main" id="{9783934D-EB36-DE57-891F-F36FE1D81AF0}"/>
              </a:ext>
            </a:extLst>
          </p:cNvPr>
          <p:cNvSpPr txBox="1">
            <a:spLocks noGrp="1"/>
          </p:cNvSpPr>
          <p:nvPr>
            <p:ph type="title"/>
          </p:nvPr>
        </p:nvSpPr>
        <p:spPr>
          <a:xfrm>
            <a:off x="0" y="-423746"/>
            <a:ext cx="8645513" cy="617684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br>
              <a:rPr lang="en-US" sz="1800" dirty="0"/>
            </a:br>
            <a:br>
              <a:rPr lang="en-US" sz="1800" dirty="0"/>
            </a:br>
            <a:br>
              <a:rPr lang="en-US" sz="1800" dirty="0"/>
            </a:br>
            <a:br>
              <a:rPr lang="en-US" sz="1800" dirty="0"/>
            </a:br>
            <a:br>
              <a:rPr lang="en-US" sz="1800" dirty="0"/>
            </a:br>
            <a:r>
              <a:rPr lang="en-US" sz="1600" b="0" i="0" dirty="0">
                <a:solidFill>
                  <a:srgbClr val="1F1F1F"/>
                </a:solidFill>
                <a:effectLst/>
                <a:latin typeface="Google Sans"/>
              </a:rPr>
              <a:t>  </a:t>
            </a: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endParaRPr sz="1800" dirty="0"/>
          </a:p>
        </p:txBody>
      </p:sp>
      <p:pic>
        <p:nvPicPr>
          <p:cNvPr id="4" name="Picture 3">
            <a:extLst>
              <a:ext uri="{FF2B5EF4-FFF2-40B4-BE49-F238E27FC236}">
                <a16:creationId xmlns:a16="http://schemas.microsoft.com/office/drawing/2014/main" id="{9637858A-05E2-AC26-9F9D-2C6AAF7AE4DA}"/>
              </a:ext>
            </a:extLst>
          </p:cNvPr>
          <p:cNvPicPr>
            <a:picLocks noChangeAspect="1"/>
          </p:cNvPicPr>
          <p:nvPr/>
        </p:nvPicPr>
        <p:blipFill>
          <a:blip r:embed="rId3">
            <a:duotone>
              <a:prstClr val="black"/>
              <a:schemeClr val="accent2">
                <a:tint val="45000"/>
                <a:satMod val="400000"/>
              </a:schemeClr>
            </a:duotone>
          </a:blip>
          <a:stretch>
            <a:fillRect/>
          </a:stretch>
        </p:blipFill>
        <p:spPr>
          <a:xfrm>
            <a:off x="1018362" y="739000"/>
            <a:ext cx="5114925" cy="3219450"/>
          </a:xfrm>
          <a:prstGeom prst="rect">
            <a:avLst/>
          </a:prstGeom>
        </p:spPr>
      </p:pic>
    </p:spTree>
    <p:extLst>
      <p:ext uri="{BB962C8B-B14F-4D97-AF65-F5344CB8AC3E}">
        <p14:creationId xmlns:p14="http://schemas.microsoft.com/office/powerpoint/2010/main" val="32644232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4633DB-7627-A660-8CFA-A1F529031FEA}"/>
              </a:ext>
            </a:extLst>
          </p:cNvPr>
          <p:cNvSpPr>
            <a:spLocks noGrp="1"/>
          </p:cNvSpPr>
          <p:nvPr>
            <p:ph type="title" idx="2"/>
          </p:nvPr>
        </p:nvSpPr>
        <p:spPr>
          <a:xfrm>
            <a:off x="250531" y="243079"/>
            <a:ext cx="5756374" cy="1613562"/>
          </a:xfrm>
        </p:spPr>
        <p:txBody>
          <a:bodyPr/>
          <a:lstStyle/>
          <a:p>
            <a:r>
              <a:rPr lang="en-US" sz="3200" dirty="0"/>
              <a:t>Example</a:t>
            </a:r>
            <a:br>
              <a:rPr lang="en-US" sz="3200" dirty="0"/>
            </a:br>
            <a:br>
              <a:rPr lang="en-US" sz="3200" dirty="0"/>
            </a:br>
            <a:r>
              <a:rPr lang="en-US" sz="1600" dirty="0">
                <a:solidFill>
                  <a:schemeClr val="tx1"/>
                </a:solidFill>
              </a:rPr>
              <a:t>Consider the following raw data</a:t>
            </a:r>
          </a:p>
        </p:txBody>
      </p:sp>
      <p:pic>
        <p:nvPicPr>
          <p:cNvPr id="1026" name="Picture 2" descr="Picture">
            <a:extLst>
              <a:ext uri="{FF2B5EF4-FFF2-40B4-BE49-F238E27FC236}">
                <a16:creationId xmlns:a16="http://schemas.microsoft.com/office/drawing/2014/main" id="{FACC4A35-9153-31F6-F931-49D220D4CB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0009" y="1856641"/>
            <a:ext cx="4202586" cy="16602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09510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Picture">
            <a:extLst>
              <a:ext uri="{FF2B5EF4-FFF2-40B4-BE49-F238E27FC236}">
                <a16:creationId xmlns:a16="http://schemas.microsoft.com/office/drawing/2014/main" id="{F222E0AB-2869-93FF-A511-4D5FD5A354D3}"/>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2131255" y="1056069"/>
            <a:ext cx="4431323" cy="27518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04872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Picture">
            <a:extLst>
              <a:ext uri="{FF2B5EF4-FFF2-40B4-BE49-F238E27FC236}">
                <a16:creationId xmlns:a16="http://schemas.microsoft.com/office/drawing/2014/main" id="{3E88C06C-551C-0136-4CD1-6E881FE955FC}"/>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2184255" y="781124"/>
            <a:ext cx="4605751" cy="28131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1474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Picture">
            <a:extLst>
              <a:ext uri="{FF2B5EF4-FFF2-40B4-BE49-F238E27FC236}">
                <a16:creationId xmlns:a16="http://schemas.microsoft.com/office/drawing/2014/main" id="{57779922-D005-7DE2-265C-BCDB2EE82186}"/>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2041642" y="665526"/>
            <a:ext cx="4639957" cy="3812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74330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Picture">
            <a:extLst>
              <a:ext uri="{FF2B5EF4-FFF2-40B4-BE49-F238E27FC236}">
                <a16:creationId xmlns:a16="http://schemas.microsoft.com/office/drawing/2014/main" id="{58A058A3-ACC8-9B8B-5F6C-868B15489965}"/>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2215662" y="868419"/>
            <a:ext cx="4372635" cy="32016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8865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Picture">
            <a:extLst>
              <a:ext uri="{FF2B5EF4-FFF2-40B4-BE49-F238E27FC236}">
                <a16:creationId xmlns:a16="http://schemas.microsoft.com/office/drawing/2014/main" id="{227E7EAE-76D8-F753-B3A5-56EF9721C554}"/>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1943228" y="326781"/>
            <a:ext cx="5712015" cy="40975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71544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81">
          <a:extLst>
            <a:ext uri="{FF2B5EF4-FFF2-40B4-BE49-F238E27FC236}">
              <a16:creationId xmlns:a16="http://schemas.microsoft.com/office/drawing/2014/main" id="{D9F3B996-D2A9-D4ED-AEB5-222B92FBB74D}"/>
            </a:ext>
          </a:extLst>
        </p:cNvPr>
        <p:cNvGrpSpPr/>
        <p:nvPr/>
      </p:nvGrpSpPr>
      <p:grpSpPr>
        <a:xfrm>
          <a:off x="0" y="0"/>
          <a:ext cx="0" cy="0"/>
          <a:chOff x="0" y="0"/>
          <a:chExt cx="0" cy="0"/>
        </a:xfrm>
      </p:grpSpPr>
      <p:sp>
        <p:nvSpPr>
          <p:cNvPr id="382" name="Google Shape;382;p28">
            <a:extLst>
              <a:ext uri="{FF2B5EF4-FFF2-40B4-BE49-F238E27FC236}">
                <a16:creationId xmlns:a16="http://schemas.microsoft.com/office/drawing/2014/main" id="{19AD21C2-19E2-E595-4725-57BF0472FA71}"/>
              </a:ext>
            </a:extLst>
          </p:cNvPr>
          <p:cNvSpPr txBox="1">
            <a:spLocks noGrp="1"/>
          </p:cNvSpPr>
          <p:nvPr>
            <p:ph type="title"/>
          </p:nvPr>
        </p:nvSpPr>
        <p:spPr>
          <a:xfrm>
            <a:off x="1340337" y="2067389"/>
            <a:ext cx="2395779" cy="2303344"/>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br>
              <a:rPr lang="en-US" sz="1800" dirty="0"/>
            </a:br>
            <a:br>
              <a:rPr lang="en-US" sz="1800" dirty="0"/>
            </a:br>
            <a:br>
              <a:rPr lang="en-US" sz="1800" dirty="0"/>
            </a:br>
            <a:br>
              <a:rPr lang="en-US" sz="1800" dirty="0"/>
            </a:br>
            <a:br>
              <a:rPr lang="en-US" sz="1800" dirty="0"/>
            </a:br>
            <a:r>
              <a:rPr lang="en-US" sz="1600" b="0" i="0" dirty="0">
                <a:solidFill>
                  <a:srgbClr val="1F1F1F"/>
                </a:solidFill>
                <a:effectLst/>
                <a:latin typeface="Google Sans"/>
              </a:rPr>
              <a:t>  </a:t>
            </a: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endParaRPr sz="1800" dirty="0"/>
          </a:p>
        </p:txBody>
      </p:sp>
      <p:sp>
        <p:nvSpPr>
          <p:cNvPr id="3" name="TextBox 2">
            <a:extLst>
              <a:ext uri="{FF2B5EF4-FFF2-40B4-BE49-F238E27FC236}">
                <a16:creationId xmlns:a16="http://schemas.microsoft.com/office/drawing/2014/main" id="{B888113B-CB20-3C1F-3C08-4C69FD18627D}"/>
              </a:ext>
            </a:extLst>
          </p:cNvPr>
          <p:cNvSpPr txBox="1"/>
          <p:nvPr/>
        </p:nvSpPr>
        <p:spPr>
          <a:xfrm>
            <a:off x="275063" y="407536"/>
            <a:ext cx="6148039" cy="2031325"/>
          </a:xfrm>
          <a:prstGeom prst="rect">
            <a:avLst/>
          </a:prstGeom>
          <a:noFill/>
        </p:spPr>
        <p:txBody>
          <a:bodyPr wrap="square">
            <a:spAutoFit/>
          </a:bodyPr>
          <a:lstStyle/>
          <a:p>
            <a:r>
              <a:rPr lang="en-US" b="1" i="0" dirty="0">
                <a:solidFill>
                  <a:srgbClr val="474747"/>
                </a:solidFill>
                <a:effectLst/>
                <a:latin typeface="Arial" panose="020B0604020202020204" pitchFamily="34" charset="0"/>
              </a:rPr>
              <a:t>Cumulative Frequency</a:t>
            </a:r>
          </a:p>
          <a:p>
            <a:endParaRPr lang="en-US" b="0" i="0" dirty="0">
              <a:solidFill>
                <a:srgbClr val="474747"/>
              </a:solidFill>
              <a:effectLst/>
              <a:latin typeface="Arial" panose="020B0604020202020204" pitchFamily="34" charset="0"/>
            </a:endParaRPr>
          </a:p>
          <a:p>
            <a:r>
              <a:rPr lang="en-US" b="0" i="0" dirty="0">
                <a:solidFill>
                  <a:srgbClr val="474747"/>
                </a:solidFill>
                <a:effectLst/>
                <a:latin typeface="Arial" panose="020B0604020202020204" pitchFamily="34" charset="0"/>
              </a:rPr>
              <a:t>Cumulative frequency is the </a:t>
            </a:r>
            <a:r>
              <a:rPr lang="en-US" b="1" i="0" dirty="0">
                <a:solidFill>
                  <a:srgbClr val="767676"/>
                </a:solidFill>
                <a:effectLst/>
                <a:latin typeface="Arial" panose="020B0604020202020204" pitchFamily="34" charset="0"/>
              </a:rPr>
              <a:t>total of a frequency and all frequencies in a frequency distribution</a:t>
            </a:r>
            <a:r>
              <a:rPr lang="en-US" b="0" i="0" dirty="0">
                <a:solidFill>
                  <a:srgbClr val="474747"/>
                </a:solidFill>
                <a:effectLst/>
                <a:latin typeface="Arial" panose="020B0604020202020204" pitchFamily="34" charset="0"/>
              </a:rPr>
              <a:t> until a certain defined class interval.</a:t>
            </a:r>
          </a:p>
          <a:p>
            <a:endParaRPr lang="en-US" dirty="0">
              <a:solidFill>
                <a:srgbClr val="474747"/>
              </a:solidFill>
              <a:latin typeface="Arial" panose="020B0604020202020204" pitchFamily="34" charset="0"/>
            </a:endParaRPr>
          </a:p>
          <a:p>
            <a:r>
              <a:rPr lang="en-US" b="1" dirty="0">
                <a:solidFill>
                  <a:srgbClr val="474747"/>
                </a:solidFill>
                <a:latin typeface="Arial" panose="020B0604020202020204" pitchFamily="34" charset="0"/>
              </a:rPr>
              <a:t>Relative Frequency</a:t>
            </a:r>
          </a:p>
          <a:p>
            <a:endParaRPr lang="en-US" b="1" dirty="0">
              <a:solidFill>
                <a:srgbClr val="474747"/>
              </a:solidFill>
              <a:latin typeface="Arial" panose="020B0604020202020204" pitchFamily="34" charset="0"/>
            </a:endParaRPr>
          </a:p>
          <a:p>
            <a:r>
              <a:rPr lang="en-US" b="0" i="0" dirty="0">
                <a:effectLst/>
                <a:latin typeface="Arial" panose="020B0604020202020204" pitchFamily="34" charset="0"/>
              </a:rPr>
              <a:t> </a:t>
            </a:r>
            <a:r>
              <a:rPr lang="en-US" b="1" i="0" dirty="0">
                <a:solidFill>
                  <a:srgbClr val="767676"/>
                </a:solidFill>
                <a:effectLst/>
                <a:latin typeface="Arial" panose="020B0604020202020204" pitchFamily="34" charset="0"/>
              </a:rPr>
              <a:t>Relative frequency</a:t>
            </a:r>
            <a:r>
              <a:rPr lang="en-US" b="0" i="0" dirty="0">
                <a:solidFill>
                  <a:srgbClr val="474747"/>
                </a:solidFill>
                <a:effectLst/>
                <a:latin typeface="Arial" panose="020B0604020202020204" pitchFamily="34" charset="0"/>
              </a:rPr>
              <a:t> is the number of times an event occurs divided by the ratio of the total event in that case.</a:t>
            </a:r>
            <a:endParaRPr lang="en-US" b="1" dirty="0"/>
          </a:p>
        </p:txBody>
      </p:sp>
      <p:pic>
        <p:nvPicPr>
          <p:cNvPr id="3074" name="Picture 2" descr="Cumulative Frequency | Definition, Table &amp; Example - Lesson | Study.com">
            <a:extLst>
              <a:ext uri="{FF2B5EF4-FFF2-40B4-BE49-F238E27FC236}">
                <a16:creationId xmlns:a16="http://schemas.microsoft.com/office/drawing/2014/main" id="{0D4C1B87-D039-DB69-C5CA-36F996AB9CD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1140" b="10797"/>
          <a:stretch/>
        </p:blipFill>
        <p:spPr bwMode="auto">
          <a:xfrm>
            <a:off x="1063080" y="2408893"/>
            <a:ext cx="3639016" cy="2178205"/>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Relative Frequency | Formula &amp; Examples Video">
            <a:extLst>
              <a:ext uri="{FF2B5EF4-FFF2-40B4-BE49-F238E27FC236}">
                <a16:creationId xmlns:a16="http://schemas.microsoft.com/office/drawing/2014/main" id="{1D0F80D0-7B99-CEC2-35E5-536D94999AE6}"/>
              </a:ext>
            </a:extLst>
          </p:cNvPr>
          <p:cNvPicPr>
            <a:picLocks noChangeAspect="1" noChangeArrowheads="1"/>
          </p:cNvPicPr>
          <p:nvPr/>
        </p:nvPicPr>
        <p:blipFill rotWithShape="1">
          <a:blip r:embed="rId4">
            <a:grayscl/>
            <a:extLst>
              <a:ext uri="{28A0092B-C50C-407E-A947-70E740481C1C}">
                <a14:useLocalDpi xmlns:a14="http://schemas.microsoft.com/office/drawing/2010/main" val="0"/>
              </a:ext>
            </a:extLst>
          </a:blip>
          <a:srcRect t="6928" r="1660" b="10101"/>
          <a:stretch/>
        </p:blipFill>
        <p:spPr bwMode="auto">
          <a:xfrm>
            <a:off x="4496149" y="2479638"/>
            <a:ext cx="4131176" cy="19605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17063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81">
          <a:extLst>
            <a:ext uri="{FF2B5EF4-FFF2-40B4-BE49-F238E27FC236}">
              <a16:creationId xmlns:a16="http://schemas.microsoft.com/office/drawing/2014/main" id="{7D44E5BF-58A0-82B2-4FA9-D84FFD47A090}"/>
            </a:ext>
          </a:extLst>
        </p:cNvPr>
        <p:cNvGrpSpPr/>
        <p:nvPr/>
      </p:nvGrpSpPr>
      <p:grpSpPr>
        <a:xfrm>
          <a:off x="0" y="0"/>
          <a:ext cx="0" cy="0"/>
          <a:chOff x="0" y="0"/>
          <a:chExt cx="0" cy="0"/>
        </a:xfrm>
      </p:grpSpPr>
      <p:sp>
        <p:nvSpPr>
          <p:cNvPr id="382" name="Google Shape;382;p28">
            <a:extLst>
              <a:ext uri="{FF2B5EF4-FFF2-40B4-BE49-F238E27FC236}">
                <a16:creationId xmlns:a16="http://schemas.microsoft.com/office/drawing/2014/main" id="{722095EF-FE7E-DCFB-4CC5-E34E226CECF9}"/>
              </a:ext>
            </a:extLst>
          </p:cNvPr>
          <p:cNvSpPr txBox="1">
            <a:spLocks noGrp="1"/>
          </p:cNvSpPr>
          <p:nvPr>
            <p:ph type="title"/>
          </p:nvPr>
        </p:nvSpPr>
        <p:spPr>
          <a:xfrm>
            <a:off x="1340337" y="2067389"/>
            <a:ext cx="2395779" cy="2303344"/>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br>
              <a:rPr lang="en-US" sz="1800" dirty="0"/>
            </a:br>
            <a:br>
              <a:rPr lang="en-US" sz="1800" dirty="0"/>
            </a:br>
            <a:br>
              <a:rPr lang="en-US" sz="1800" dirty="0"/>
            </a:br>
            <a:br>
              <a:rPr lang="en-US" sz="1800" dirty="0"/>
            </a:br>
            <a:br>
              <a:rPr lang="en-US" sz="1800" dirty="0"/>
            </a:br>
            <a:r>
              <a:rPr lang="en-US" sz="1600" b="0" i="0" dirty="0">
                <a:solidFill>
                  <a:srgbClr val="1F1F1F"/>
                </a:solidFill>
                <a:effectLst/>
                <a:latin typeface="Google Sans"/>
              </a:rPr>
              <a:t>  </a:t>
            </a: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endParaRPr sz="1800" dirty="0"/>
          </a:p>
        </p:txBody>
      </p:sp>
      <p:sp>
        <p:nvSpPr>
          <p:cNvPr id="3" name="TextBox 2">
            <a:extLst>
              <a:ext uri="{FF2B5EF4-FFF2-40B4-BE49-F238E27FC236}">
                <a16:creationId xmlns:a16="http://schemas.microsoft.com/office/drawing/2014/main" id="{402A1040-772E-5397-E43B-B5D266EC1D46}"/>
              </a:ext>
            </a:extLst>
          </p:cNvPr>
          <p:cNvSpPr txBox="1"/>
          <p:nvPr/>
        </p:nvSpPr>
        <p:spPr>
          <a:xfrm>
            <a:off x="275063" y="407536"/>
            <a:ext cx="6148039" cy="523220"/>
          </a:xfrm>
          <a:prstGeom prst="rect">
            <a:avLst/>
          </a:prstGeom>
          <a:noFill/>
        </p:spPr>
        <p:txBody>
          <a:bodyPr wrap="square">
            <a:spAutoFit/>
          </a:bodyPr>
          <a:lstStyle/>
          <a:p>
            <a:r>
              <a:rPr lang="en-US" b="1" i="0" dirty="0">
                <a:solidFill>
                  <a:srgbClr val="474747"/>
                </a:solidFill>
                <a:effectLst/>
                <a:latin typeface="Arial" panose="020B0604020202020204" pitchFamily="34" charset="0"/>
              </a:rPr>
              <a:t>Cumulative Frequency</a:t>
            </a:r>
          </a:p>
          <a:p>
            <a:endParaRPr lang="en-US" b="0" i="0" dirty="0">
              <a:solidFill>
                <a:srgbClr val="474747"/>
              </a:solidFill>
              <a:effectLst/>
              <a:latin typeface="Arial" panose="020B0604020202020204" pitchFamily="34" charset="0"/>
            </a:endParaRPr>
          </a:p>
        </p:txBody>
      </p:sp>
      <p:pic>
        <p:nvPicPr>
          <p:cNvPr id="4" name="Picture 3">
            <a:extLst>
              <a:ext uri="{FF2B5EF4-FFF2-40B4-BE49-F238E27FC236}">
                <a16:creationId xmlns:a16="http://schemas.microsoft.com/office/drawing/2014/main" id="{8644E397-622B-192D-2782-884E3E2D3948}"/>
              </a:ext>
            </a:extLst>
          </p:cNvPr>
          <p:cNvPicPr>
            <a:picLocks noChangeAspect="1"/>
          </p:cNvPicPr>
          <p:nvPr/>
        </p:nvPicPr>
        <p:blipFill>
          <a:blip r:embed="rId3"/>
          <a:srcRect t="556" r="46662" b="-1"/>
          <a:stretch/>
        </p:blipFill>
        <p:spPr>
          <a:xfrm>
            <a:off x="275063" y="1056807"/>
            <a:ext cx="2018432" cy="1690251"/>
          </a:xfrm>
          <a:prstGeom prst="rect">
            <a:avLst/>
          </a:prstGeom>
        </p:spPr>
      </p:pic>
      <p:pic>
        <p:nvPicPr>
          <p:cNvPr id="5" name="Picture 4">
            <a:extLst>
              <a:ext uri="{FF2B5EF4-FFF2-40B4-BE49-F238E27FC236}">
                <a16:creationId xmlns:a16="http://schemas.microsoft.com/office/drawing/2014/main" id="{2EA63952-3C79-B985-4526-1F5A1E66D886}"/>
              </a:ext>
            </a:extLst>
          </p:cNvPr>
          <p:cNvPicPr>
            <a:picLocks noChangeAspect="1"/>
          </p:cNvPicPr>
          <p:nvPr/>
        </p:nvPicPr>
        <p:blipFill>
          <a:blip r:embed="rId3"/>
          <a:srcRect l="52801" t="5125"/>
          <a:stretch/>
        </p:blipFill>
        <p:spPr>
          <a:xfrm>
            <a:off x="2293495" y="1129783"/>
            <a:ext cx="1791325" cy="1617275"/>
          </a:xfrm>
          <a:prstGeom prst="rect">
            <a:avLst/>
          </a:prstGeom>
        </p:spPr>
      </p:pic>
      <p:pic>
        <p:nvPicPr>
          <p:cNvPr id="6" name="Picture 5">
            <a:extLst>
              <a:ext uri="{FF2B5EF4-FFF2-40B4-BE49-F238E27FC236}">
                <a16:creationId xmlns:a16="http://schemas.microsoft.com/office/drawing/2014/main" id="{82363911-19C7-774F-E868-C0E818C9BA4C}"/>
              </a:ext>
            </a:extLst>
          </p:cNvPr>
          <p:cNvPicPr>
            <a:picLocks noChangeAspect="1"/>
          </p:cNvPicPr>
          <p:nvPr/>
        </p:nvPicPr>
        <p:blipFill>
          <a:blip r:embed="rId4"/>
          <a:srcRect t="4317" r="55378"/>
          <a:stretch/>
        </p:blipFill>
        <p:spPr>
          <a:xfrm>
            <a:off x="267568" y="3105177"/>
            <a:ext cx="2025927" cy="1617275"/>
          </a:xfrm>
          <a:prstGeom prst="rect">
            <a:avLst/>
          </a:prstGeom>
        </p:spPr>
      </p:pic>
      <p:pic>
        <p:nvPicPr>
          <p:cNvPr id="7" name="Picture 6">
            <a:extLst>
              <a:ext uri="{FF2B5EF4-FFF2-40B4-BE49-F238E27FC236}">
                <a16:creationId xmlns:a16="http://schemas.microsoft.com/office/drawing/2014/main" id="{291874A9-EFC1-0477-CE44-1CA57E7A51E9}"/>
              </a:ext>
            </a:extLst>
          </p:cNvPr>
          <p:cNvPicPr>
            <a:picLocks noChangeAspect="1"/>
          </p:cNvPicPr>
          <p:nvPr/>
        </p:nvPicPr>
        <p:blipFill>
          <a:blip r:embed="rId4"/>
          <a:srcRect l="44441" t="2830"/>
          <a:stretch/>
        </p:blipFill>
        <p:spPr>
          <a:xfrm>
            <a:off x="2217460" y="3091665"/>
            <a:ext cx="2591425" cy="1630787"/>
          </a:xfrm>
          <a:prstGeom prst="rect">
            <a:avLst/>
          </a:prstGeom>
        </p:spPr>
      </p:pic>
    </p:spTree>
    <p:extLst>
      <p:ext uri="{BB962C8B-B14F-4D97-AF65-F5344CB8AC3E}">
        <p14:creationId xmlns:p14="http://schemas.microsoft.com/office/powerpoint/2010/main" val="2173610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81">
          <a:extLst>
            <a:ext uri="{FF2B5EF4-FFF2-40B4-BE49-F238E27FC236}">
              <a16:creationId xmlns:a16="http://schemas.microsoft.com/office/drawing/2014/main" id="{0CAB42EA-434E-EB10-0838-BB8C2DB227B2}"/>
            </a:ext>
          </a:extLst>
        </p:cNvPr>
        <p:cNvGrpSpPr/>
        <p:nvPr/>
      </p:nvGrpSpPr>
      <p:grpSpPr>
        <a:xfrm>
          <a:off x="0" y="0"/>
          <a:ext cx="0" cy="0"/>
          <a:chOff x="0" y="0"/>
          <a:chExt cx="0" cy="0"/>
        </a:xfrm>
      </p:grpSpPr>
      <p:sp>
        <p:nvSpPr>
          <p:cNvPr id="382" name="Google Shape;382;p28">
            <a:extLst>
              <a:ext uri="{FF2B5EF4-FFF2-40B4-BE49-F238E27FC236}">
                <a16:creationId xmlns:a16="http://schemas.microsoft.com/office/drawing/2014/main" id="{317F7E54-8CE6-F3DA-47C5-9909864C8A80}"/>
              </a:ext>
            </a:extLst>
          </p:cNvPr>
          <p:cNvSpPr txBox="1">
            <a:spLocks noGrp="1"/>
          </p:cNvSpPr>
          <p:nvPr>
            <p:ph type="title"/>
          </p:nvPr>
        </p:nvSpPr>
        <p:spPr>
          <a:xfrm>
            <a:off x="0" y="-423746"/>
            <a:ext cx="8645513" cy="617684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br>
              <a:rPr lang="en-US" sz="1800" dirty="0"/>
            </a:br>
            <a:br>
              <a:rPr lang="en-US" sz="1800" dirty="0"/>
            </a:br>
            <a:br>
              <a:rPr lang="en-US" sz="1800" dirty="0"/>
            </a:br>
            <a:br>
              <a:rPr lang="en-US" sz="1800" dirty="0"/>
            </a:br>
            <a:br>
              <a:rPr lang="en-US" sz="1800" dirty="0"/>
            </a:br>
            <a:r>
              <a:rPr lang="en-US" sz="1600" b="0" i="0" dirty="0">
                <a:solidFill>
                  <a:srgbClr val="1F1F1F"/>
                </a:solidFill>
                <a:effectLst/>
                <a:latin typeface="Google Sans"/>
              </a:rPr>
              <a:t>  </a:t>
            </a: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endParaRPr sz="1800"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27ABAE5-3EF1-1E89-27AE-1F4BF2CDA7FC}"/>
                  </a:ext>
                </a:extLst>
              </p:cNvPr>
              <p:cNvSpPr txBox="1"/>
              <p:nvPr/>
            </p:nvSpPr>
            <p:spPr>
              <a:xfrm>
                <a:off x="275063" y="407536"/>
                <a:ext cx="6148039" cy="4401205"/>
              </a:xfrm>
              <a:prstGeom prst="rect">
                <a:avLst/>
              </a:prstGeom>
              <a:noFill/>
            </p:spPr>
            <p:txBody>
              <a:bodyPr wrap="square">
                <a:spAutoFit/>
              </a:bodyPr>
              <a:lstStyle/>
              <a:p>
                <a:r>
                  <a:rPr lang="en-US" b="1" dirty="0">
                    <a:solidFill>
                      <a:srgbClr val="474747"/>
                    </a:solidFill>
                    <a:latin typeface="Arial" panose="020B0604020202020204" pitchFamily="34" charset="0"/>
                  </a:rPr>
                  <a:t>Stem and Leaf Display</a:t>
                </a:r>
                <a:endParaRPr lang="en-US" b="1" i="0" dirty="0">
                  <a:solidFill>
                    <a:srgbClr val="474747"/>
                  </a:solidFill>
                  <a:effectLst/>
                  <a:latin typeface="Arial" panose="020B0604020202020204" pitchFamily="34" charset="0"/>
                </a:endParaRPr>
              </a:p>
              <a:p>
                <a:endParaRPr lang="en-US" dirty="0">
                  <a:solidFill>
                    <a:srgbClr val="474747"/>
                  </a:solidFill>
                  <a:latin typeface="Arial" panose="020B0604020202020204" pitchFamily="34" charset="0"/>
                </a:endParaRPr>
              </a:p>
              <a:p>
                <a:r>
                  <a:rPr lang="en-US" b="0" i="0" dirty="0">
                    <a:solidFill>
                      <a:srgbClr val="474747"/>
                    </a:solidFill>
                    <a:effectLst/>
                    <a:latin typeface="Arial" panose="020B0604020202020204" pitchFamily="34" charset="0"/>
                  </a:rPr>
                  <a:t>An efficient way of organizing a small to moderate sized data set is to utilize a stem and leaf plot Such a plot is obtained by first dividing each data value into two parts its stem and its leaf. For instance, if the data are all two digit numbers, then we could let the stem part of a data value be its tens digit and let the leaf be its ones digit Thus, for instance, the value 62 is</a:t>
                </a:r>
              </a:p>
              <a:p>
                <a:endParaRPr lang="en-US" b="0" i="0" dirty="0">
                  <a:solidFill>
                    <a:srgbClr val="474747"/>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kumimoji="0" lang="en-US" sz="1400" b="1" i="1" u="none" strike="noStrike" kern="0" cap="none" spc="0" normalizeH="0" baseline="0" noProof="0" dirty="0" smtClean="0">
                          <a:ln>
                            <a:noFill/>
                          </a:ln>
                          <a:solidFill>
                            <a:srgbClr val="474747"/>
                          </a:solidFill>
                          <a:effectLst/>
                          <a:uLnTx/>
                          <a:uFillTx/>
                          <a:latin typeface="Cambria Math" panose="02040503050406030204" pitchFamily="18" charset="0"/>
                          <a:sym typeface="Arial"/>
                        </a:rPr>
                        <m:t>𝑺𝒕𝒆𝒎</m:t>
                      </m:r>
                      <m:r>
                        <a:rPr kumimoji="0" lang="en-US" sz="1400" b="1" i="1" u="none" strike="noStrike" kern="0" cap="none" spc="0" normalizeH="0" baseline="0" noProof="0" dirty="0" smtClean="0">
                          <a:ln>
                            <a:noFill/>
                          </a:ln>
                          <a:solidFill>
                            <a:srgbClr val="474747"/>
                          </a:solidFill>
                          <a:effectLst/>
                          <a:uLnTx/>
                          <a:uFillTx/>
                          <a:latin typeface="Cambria Math" panose="02040503050406030204" pitchFamily="18" charset="0"/>
                          <a:sym typeface="Arial"/>
                        </a:rPr>
                        <m:t> = </m:t>
                      </m:r>
                      <m:r>
                        <a:rPr kumimoji="0" lang="en-US" sz="1400" b="1" i="1" u="none" strike="noStrike" kern="0" cap="none" spc="0" normalizeH="0" baseline="0" noProof="0" dirty="0" smtClean="0">
                          <a:ln>
                            <a:noFill/>
                          </a:ln>
                          <a:solidFill>
                            <a:srgbClr val="474747"/>
                          </a:solidFill>
                          <a:effectLst/>
                          <a:uLnTx/>
                          <a:uFillTx/>
                          <a:latin typeface="Cambria Math" panose="02040503050406030204" pitchFamily="18" charset="0"/>
                          <a:sym typeface="Arial"/>
                        </a:rPr>
                        <m:t>𝟔</m:t>
                      </m:r>
                      <m:r>
                        <a:rPr kumimoji="0" lang="en-US" sz="1400" b="1" i="1" u="none" strike="noStrike" kern="0" cap="none" spc="0" normalizeH="0" baseline="0" noProof="0" dirty="0" smtClean="0">
                          <a:ln>
                            <a:noFill/>
                          </a:ln>
                          <a:solidFill>
                            <a:srgbClr val="474747"/>
                          </a:solidFill>
                          <a:effectLst/>
                          <a:uLnTx/>
                          <a:uFillTx/>
                          <a:latin typeface="Cambria Math" panose="02040503050406030204" pitchFamily="18" charset="0"/>
                          <a:sym typeface="Arial"/>
                        </a:rPr>
                        <m:t> </m:t>
                      </m:r>
                    </m:oMath>
                  </m:oMathPara>
                </a14:m>
                <a:endParaRPr kumimoji="0" lang="en-US" sz="1400" b="1" i="0" u="none" strike="noStrike" kern="0" cap="none" spc="0" normalizeH="0" baseline="0" noProof="0" dirty="0">
                  <a:ln>
                    <a:noFill/>
                  </a:ln>
                  <a:solidFill>
                    <a:srgbClr val="474747"/>
                  </a:solidFill>
                  <a:effectLst/>
                  <a:uLnTx/>
                  <a:uFillTx/>
                  <a:latin typeface="Arial" panose="020B0604020202020204" pitchFamily="34" charset="0"/>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kumimoji="0" lang="en-US" sz="1400" b="1" i="1" u="none" strike="noStrike" kern="0" cap="none" spc="0" normalizeH="0" baseline="0" noProof="0" dirty="0" smtClean="0">
                          <a:ln>
                            <a:noFill/>
                          </a:ln>
                          <a:solidFill>
                            <a:srgbClr val="474747"/>
                          </a:solidFill>
                          <a:effectLst/>
                          <a:uLnTx/>
                          <a:uFillTx/>
                          <a:latin typeface="Cambria Math" panose="02040503050406030204" pitchFamily="18" charset="0"/>
                          <a:sym typeface="Arial"/>
                        </a:rPr>
                        <m:t>𝑳𝒆𝒂𝒇</m:t>
                      </m:r>
                      <m:r>
                        <a:rPr kumimoji="0" lang="en-US" sz="1400" b="1" i="1" u="none" strike="noStrike" kern="0" cap="none" spc="0" normalizeH="0" baseline="0" noProof="0" dirty="0" smtClean="0">
                          <a:ln>
                            <a:noFill/>
                          </a:ln>
                          <a:solidFill>
                            <a:srgbClr val="474747"/>
                          </a:solidFill>
                          <a:effectLst/>
                          <a:uLnTx/>
                          <a:uFillTx/>
                          <a:latin typeface="Cambria Math" panose="02040503050406030204" pitchFamily="18" charset="0"/>
                          <a:sym typeface="Arial"/>
                        </a:rPr>
                        <m:t>=</m:t>
                      </m:r>
                      <m:r>
                        <a:rPr kumimoji="0" lang="en-US" sz="1400" b="1" i="1" u="none" strike="noStrike" kern="0" cap="none" spc="0" normalizeH="0" baseline="0" noProof="0" dirty="0" smtClean="0">
                          <a:ln>
                            <a:noFill/>
                          </a:ln>
                          <a:solidFill>
                            <a:srgbClr val="474747"/>
                          </a:solidFill>
                          <a:effectLst/>
                          <a:uLnTx/>
                          <a:uFillTx/>
                          <a:latin typeface="Cambria Math" panose="02040503050406030204" pitchFamily="18" charset="0"/>
                          <a:sym typeface="Arial"/>
                        </a:rPr>
                        <m:t>𝟐</m:t>
                      </m:r>
                    </m:oMath>
                  </m:oMathPara>
                </a14:m>
                <a:endParaRPr kumimoji="0" lang="en-US" sz="1400" b="1" i="0" u="none" strike="noStrike" kern="0" cap="none" spc="0" normalizeH="0" baseline="0" noProof="0" dirty="0">
                  <a:ln>
                    <a:noFill/>
                  </a:ln>
                  <a:solidFill>
                    <a:srgbClr val="474747"/>
                  </a:solidFill>
                  <a:effectLst/>
                  <a:uLnTx/>
                  <a:uFillTx/>
                  <a:latin typeface="Arial" panose="020B0604020202020204" pitchFamily="34" charset="0"/>
                  <a:cs typeface="Arial"/>
                  <a:sym typeface="Arial"/>
                </a:endParaRPr>
              </a:p>
              <a:p>
                <a:endParaRPr lang="en-US" dirty="0">
                  <a:solidFill>
                    <a:srgbClr val="474747"/>
                  </a:solidFill>
                  <a:latin typeface="Arial" panose="020B0604020202020204" pitchFamily="34" charset="0"/>
                </a:endParaRPr>
              </a:p>
              <a:p>
                <a:endParaRPr lang="en-US" b="0" i="0" dirty="0">
                  <a:solidFill>
                    <a:srgbClr val="474747"/>
                  </a:solidFill>
                  <a:effectLst/>
                  <a:latin typeface="Arial" panose="020B0604020202020204" pitchFamily="34" charset="0"/>
                </a:endParaRPr>
              </a:p>
              <a:p>
                <a:r>
                  <a:rPr lang="en-US" b="0" i="0" dirty="0">
                    <a:solidFill>
                      <a:srgbClr val="474747"/>
                    </a:solidFill>
                    <a:effectLst/>
                    <a:latin typeface="Arial" panose="020B0604020202020204" pitchFamily="34" charset="0"/>
                  </a:rPr>
                  <a:t>expressed as and</a:t>
                </a:r>
                <a:r>
                  <a:rPr lang="en-US" dirty="0">
                    <a:solidFill>
                      <a:srgbClr val="474747"/>
                    </a:solidFill>
                    <a:latin typeface="Arial" panose="020B0604020202020204" pitchFamily="34" charset="0"/>
                  </a:rPr>
                  <a:t> </a:t>
                </a:r>
                <a:r>
                  <a:rPr lang="en-US" b="0" i="0" dirty="0">
                    <a:solidFill>
                      <a:srgbClr val="474747"/>
                    </a:solidFill>
                    <a:effectLst/>
                    <a:latin typeface="Arial" panose="020B0604020202020204" pitchFamily="34" charset="0"/>
                  </a:rPr>
                  <a:t>the two data values 62 and 67 can be represented as</a:t>
                </a:r>
              </a:p>
              <a:p>
                <a:endParaRPr lang="en-US" dirty="0">
                  <a:solidFill>
                    <a:srgbClr val="474747"/>
                  </a:solidFill>
                  <a:latin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b="0" i="0" dirty="0">
                    <a:solidFill>
                      <a:srgbClr val="474747"/>
                    </a:solidFill>
                    <a:effectLst/>
                    <a:latin typeface="Arial" panose="020B0604020202020204" pitchFamily="34" charset="0"/>
                  </a:rPr>
                  <a:t>  </a:t>
                </a:r>
                <a14:m>
                  <m:oMath xmlns:m="http://schemas.openxmlformats.org/officeDocument/2006/math">
                    <m:r>
                      <a:rPr kumimoji="0" lang="en-US" sz="1400" b="1" i="1" u="none" strike="noStrike" kern="0" cap="none" spc="0" normalizeH="0" baseline="0" noProof="0" dirty="0" smtClean="0">
                        <a:ln>
                          <a:noFill/>
                        </a:ln>
                        <a:solidFill>
                          <a:srgbClr val="474747"/>
                        </a:solidFill>
                        <a:effectLst/>
                        <a:uLnTx/>
                        <a:uFillTx/>
                        <a:latin typeface="Cambria Math" panose="02040503050406030204" pitchFamily="18" charset="0"/>
                        <a:sym typeface="Arial"/>
                      </a:rPr>
                      <m:t>𝑺𝒕𝒆𝒎</m:t>
                    </m:r>
                    <m:r>
                      <a:rPr kumimoji="0" lang="en-US" sz="1400" b="1" i="1" u="none" strike="noStrike" kern="0" cap="none" spc="0" normalizeH="0" baseline="0" noProof="0" dirty="0" smtClean="0">
                        <a:ln>
                          <a:noFill/>
                        </a:ln>
                        <a:solidFill>
                          <a:srgbClr val="474747"/>
                        </a:solidFill>
                        <a:effectLst/>
                        <a:uLnTx/>
                        <a:uFillTx/>
                        <a:latin typeface="Cambria Math" panose="02040503050406030204" pitchFamily="18" charset="0"/>
                        <a:sym typeface="Arial"/>
                      </a:rPr>
                      <m:t> = </m:t>
                    </m:r>
                    <m:r>
                      <a:rPr kumimoji="0" lang="en-US" sz="1400" b="1" i="1" u="none" strike="noStrike" kern="0" cap="none" spc="0" normalizeH="0" baseline="0" noProof="0" dirty="0" smtClean="0">
                        <a:ln>
                          <a:noFill/>
                        </a:ln>
                        <a:solidFill>
                          <a:srgbClr val="474747"/>
                        </a:solidFill>
                        <a:effectLst/>
                        <a:uLnTx/>
                        <a:uFillTx/>
                        <a:latin typeface="Cambria Math" panose="02040503050406030204" pitchFamily="18" charset="0"/>
                        <a:sym typeface="Arial"/>
                      </a:rPr>
                      <m:t>𝟔</m:t>
                    </m:r>
                    <m:r>
                      <a:rPr kumimoji="0" lang="en-US" sz="1400" b="1" i="1" u="none" strike="noStrike" kern="0" cap="none" spc="0" normalizeH="0" baseline="0" noProof="0" dirty="0" smtClean="0">
                        <a:ln>
                          <a:noFill/>
                        </a:ln>
                        <a:solidFill>
                          <a:srgbClr val="474747"/>
                        </a:solidFill>
                        <a:effectLst/>
                        <a:uLnTx/>
                        <a:uFillTx/>
                        <a:latin typeface="Cambria Math" panose="02040503050406030204" pitchFamily="18" charset="0"/>
                        <a:sym typeface="Arial"/>
                      </a:rPr>
                      <m:t> </m:t>
                    </m:r>
                  </m:oMath>
                </a14:m>
                <a:endParaRPr kumimoji="0" lang="en-US" sz="1400" b="1" i="0" u="none" strike="noStrike" kern="0" cap="none" spc="0" normalizeH="0" baseline="0" noProof="0" dirty="0">
                  <a:ln>
                    <a:noFill/>
                  </a:ln>
                  <a:solidFill>
                    <a:srgbClr val="474747"/>
                  </a:solidFill>
                  <a:effectLst/>
                  <a:uLnTx/>
                  <a:uFillTx/>
                  <a:latin typeface="Arial" panose="020B0604020202020204" pitchFamily="34" charset="0"/>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14:m>
                  <m:oMath xmlns:m="http://schemas.openxmlformats.org/officeDocument/2006/math">
                    <m:r>
                      <a:rPr kumimoji="0" lang="en-US" sz="1400" b="1" i="1" u="none" strike="noStrike" kern="0" cap="none" spc="0" normalizeH="0" baseline="0" noProof="0" dirty="0" smtClean="0">
                        <a:ln>
                          <a:noFill/>
                        </a:ln>
                        <a:solidFill>
                          <a:srgbClr val="474747"/>
                        </a:solidFill>
                        <a:effectLst/>
                        <a:uLnTx/>
                        <a:uFillTx/>
                        <a:latin typeface="Cambria Math" panose="02040503050406030204" pitchFamily="18" charset="0"/>
                        <a:sym typeface="Arial"/>
                      </a:rPr>
                      <m:t>𝑳𝒆𝒂𝒇</m:t>
                    </m:r>
                    <m:r>
                      <a:rPr kumimoji="0" lang="en-US" sz="1400" b="1" i="1" u="none" strike="noStrike" kern="0" cap="none" spc="0" normalizeH="0" baseline="0" noProof="0" dirty="0" smtClean="0">
                        <a:ln>
                          <a:noFill/>
                        </a:ln>
                        <a:solidFill>
                          <a:srgbClr val="474747"/>
                        </a:solidFill>
                        <a:effectLst/>
                        <a:uLnTx/>
                        <a:uFillTx/>
                        <a:latin typeface="Cambria Math" panose="02040503050406030204" pitchFamily="18" charset="0"/>
                        <a:sym typeface="Arial"/>
                      </a:rPr>
                      <m:t>=</m:t>
                    </m:r>
                    <m:r>
                      <a:rPr kumimoji="0" lang="en-US" sz="1400" b="1" i="1" u="none" strike="noStrike" kern="0" cap="none" spc="0" normalizeH="0" baseline="0" noProof="0" dirty="0" smtClean="0">
                        <a:ln>
                          <a:noFill/>
                        </a:ln>
                        <a:solidFill>
                          <a:srgbClr val="474747"/>
                        </a:solidFill>
                        <a:effectLst/>
                        <a:uLnTx/>
                        <a:uFillTx/>
                        <a:latin typeface="Cambria Math" panose="02040503050406030204" pitchFamily="18" charset="0"/>
                        <a:sym typeface="Arial"/>
                      </a:rPr>
                      <m:t>𝟐</m:t>
                    </m:r>
                  </m:oMath>
                </a14:m>
                <a:r>
                  <a:rPr kumimoji="0" lang="en-US" sz="1400" b="1" i="0" u="none" strike="noStrike" kern="0" cap="none" spc="0" normalizeH="0" baseline="0" noProof="0" dirty="0">
                    <a:ln>
                      <a:noFill/>
                    </a:ln>
                    <a:solidFill>
                      <a:srgbClr val="474747"/>
                    </a:solidFill>
                    <a:effectLst/>
                    <a:uLnTx/>
                    <a:uFillTx/>
                    <a:latin typeface="Arial" panose="020B0604020202020204" pitchFamily="34" charset="0"/>
                    <a:cs typeface="Arial"/>
                    <a:sym typeface="Arial"/>
                  </a:rPr>
                  <a:t>, 7</a:t>
                </a:r>
              </a:p>
              <a:p>
                <a:endParaRPr lang="en-US" b="0" i="0" dirty="0">
                  <a:solidFill>
                    <a:srgbClr val="474747"/>
                  </a:solidFill>
                  <a:effectLst/>
                  <a:latin typeface="Arial" panose="020B0604020202020204" pitchFamily="34" charset="0"/>
                </a:endParaRPr>
              </a:p>
              <a:p>
                <a:endParaRPr lang="en-US" dirty="0">
                  <a:solidFill>
                    <a:srgbClr val="474747"/>
                  </a:solidFill>
                  <a:latin typeface="Arial" panose="020B0604020202020204" pitchFamily="34" charset="0"/>
                </a:endParaRPr>
              </a:p>
              <a:p>
                <a:endParaRPr lang="en-US" b="1" dirty="0">
                  <a:solidFill>
                    <a:srgbClr val="474747"/>
                  </a:solidFill>
                  <a:latin typeface="Arial" panose="020B0604020202020204" pitchFamily="34" charset="0"/>
                </a:endParaRPr>
              </a:p>
              <a:p>
                <a:endParaRPr lang="en-US" b="1" i="0" dirty="0">
                  <a:solidFill>
                    <a:srgbClr val="474747"/>
                  </a:solidFill>
                  <a:effectLst/>
                  <a:latin typeface="Arial" panose="020B0604020202020204" pitchFamily="34" charset="0"/>
                </a:endParaRPr>
              </a:p>
            </p:txBody>
          </p:sp>
        </mc:Choice>
        <mc:Fallback xmlns="">
          <p:sp>
            <p:nvSpPr>
              <p:cNvPr id="3" name="TextBox 2">
                <a:extLst>
                  <a:ext uri="{FF2B5EF4-FFF2-40B4-BE49-F238E27FC236}">
                    <a16:creationId xmlns:a16="http://schemas.microsoft.com/office/drawing/2014/main" id="{C27ABAE5-3EF1-1E89-27AE-1F4BF2CDA7FC}"/>
                  </a:ext>
                </a:extLst>
              </p:cNvPr>
              <p:cNvSpPr txBox="1">
                <a:spLocks noRot="1" noChangeAspect="1" noMove="1" noResize="1" noEditPoints="1" noAdjustHandles="1" noChangeArrowheads="1" noChangeShapeType="1" noTextEdit="1"/>
              </p:cNvSpPr>
              <p:nvPr/>
            </p:nvSpPr>
            <p:spPr>
              <a:xfrm>
                <a:off x="275063" y="407536"/>
                <a:ext cx="6148039" cy="4401205"/>
              </a:xfrm>
              <a:prstGeom prst="rect">
                <a:avLst/>
              </a:prstGeom>
              <a:blipFill>
                <a:blip r:embed="rId3"/>
                <a:stretch>
                  <a:fillRect l="-297" t="-277" r="-496"/>
                </a:stretch>
              </a:blipFill>
            </p:spPr>
            <p:txBody>
              <a:bodyPr/>
              <a:lstStyle/>
              <a:p>
                <a:r>
                  <a:rPr lang="en-US">
                    <a:noFill/>
                  </a:rPr>
                  <a:t> </a:t>
                </a:r>
              </a:p>
            </p:txBody>
          </p:sp>
        </mc:Fallback>
      </mc:AlternateContent>
    </p:spTree>
    <p:extLst>
      <p:ext uri="{BB962C8B-B14F-4D97-AF65-F5344CB8AC3E}">
        <p14:creationId xmlns:p14="http://schemas.microsoft.com/office/powerpoint/2010/main" val="15896821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81">
          <a:extLst>
            <a:ext uri="{FF2B5EF4-FFF2-40B4-BE49-F238E27FC236}">
              <a16:creationId xmlns:a16="http://schemas.microsoft.com/office/drawing/2014/main" id="{02639D17-EDD8-CC2F-AC58-39BEA0FCD4A0}"/>
            </a:ext>
          </a:extLst>
        </p:cNvPr>
        <p:cNvGrpSpPr/>
        <p:nvPr/>
      </p:nvGrpSpPr>
      <p:grpSpPr>
        <a:xfrm>
          <a:off x="0" y="0"/>
          <a:ext cx="0" cy="0"/>
          <a:chOff x="0" y="0"/>
          <a:chExt cx="0" cy="0"/>
        </a:xfrm>
      </p:grpSpPr>
      <p:sp>
        <p:nvSpPr>
          <p:cNvPr id="382" name="Google Shape;382;p28">
            <a:extLst>
              <a:ext uri="{FF2B5EF4-FFF2-40B4-BE49-F238E27FC236}">
                <a16:creationId xmlns:a16="http://schemas.microsoft.com/office/drawing/2014/main" id="{143BD738-1678-5096-B04A-F96BEE8C6156}"/>
              </a:ext>
            </a:extLst>
          </p:cNvPr>
          <p:cNvSpPr txBox="1">
            <a:spLocks noGrp="1"/>
          </p:cNvSpPr>
          <p:nvPr>
            <p:ph type="title"/>
          </p:nvPr>
        </p:nvSpPr>
        <p:spPr>
          <a:xfrm>
            <a:off x="0" y="-423746"/>
            <a:ext cx="8645513" cy="617684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br>
              <a:rPr lang="en-US" sz="1800" dirty="0"/>
            </a:br>
            <a:br>
              <a:rPr lang="en-US" sz="1800" dirty="0"/>
            </a:br>
            <a:br>
              <a:rPr lang="en-US" sz="1800" dirty="0"/>
            </a:br>
            <a:br>
              <a:rPr lang="en-US" sz="1800" dirty="0"/>
            </a:br>
            <a:br>
              <a:rPr lang="en-US" sz="1800" dirty="0"/>
            </a:br>
            <a:r>
              <a:rPr lang="en-US" sz="1600" b="0" i="0" dirty="0">
                <a:solidFill>
                  <a:srgbClr val="1F1F1F"/>
                </a:solidFill>
                <a:effectLst/>
                <a:latin typeface="Google Sans"/>
              </a:rPr>
              <a:t>  </a:t>
            </a: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endParaRPr sz="1800" dirty="0"/>
          </a:p>
        </p:txBody>
      </p:sp>
      <p:sp>
        <p:nvSpPr>
          <p:cNvPr id="3" name="TextBox 2">
            <a:extLst>
              <a:ext uri="{FF2B5EF4-FFF2-40B4-BE49-F238E27FC236}">
                <a16:creationId xmlns:a16="http://schemas.microsoft.com/office/drawing/2014/main" id="{F9143708-B86B-96AC-92E2-E47EA6AB6491}"/>
              </a:ext>
            </a:extLst>
          </p:cNvPr>
          <p:cNvSpPr txBox="1"/>
          <p:nvPr/>
        </p:nvSpPr>
        <p:spPr>
          <a:xfrm>
            <a:off x="275063" y="407536"/>
            <a:ext cx="6148039" cy="1169551"/>
          </a:xfrm>
          <a:prstGeom prst="rect">
            <a:avLst/>
          </a:prstGeom>
          <a:noFill/>
        </p:spPr>
        <p:txBody>
          <a:bodyPr wrap="square">
            <a:spAutoFit/>
          </a:bodyPr>
          <a:lstStyle/>
          <a:p>
            <a:r>
              <a:rPr lang="en-US" b="1" dirty="0">
                <a:solidFill>
                  <a:srgbClr val="474747"/>
                </a:solidFill>
                <a:latin typeface="Arial" panose="020B0604020202020204" pitchFamily="34" charset="0"/>
              </a:rPr>
              <a:t>Stem and Leaf Display</a:t>
            </a:r>
            <a:endParaRPr lang="en-US" b="1" i="0" dirty="0">
              <a:solidFill>
                <a:srgbClr val="474747"/>
              </a:solidFill>
              <a:effectLst/>
              <a:latin typeface="Arial" panose="020B0604020202020204" pitchFamily="34" charset="0"/>
            </a:endParaRPr>
          </a:p>
          <a:p>
            <a:endParaRPr lang="en-US" b="0" i="0" dirty="0">
              <a:solidFill>
                <a:srgbClr val="474747"/>
              </a:solidFill>
              <a:effectLst/>
              <a:latin typeface="Arial" panose="020B0604020202020204" pitchFamily="34" charset="0"/>
            </a:endParaRPr>
          </a:p>
          <a:p>
            <a:endParaRPr lang="en-US" dirty="0">
              <a:solidFill>
                <a:srgbClr val="474747"/>
              </a:solidFill>
              <a:latin typeface="Arial" panose="020B0604020202020204" pitchFamily="34" charset="0"/>
            </a:endParaRPr>
          </a:p>
          <a:p>
            <a:endParaRPr lang="en-US" b="1" dirty="0">
              <a:solidFill>
                <a:srgbClr val="474747"/>
              </a:solidFill>
              <a:latin typeface="Arial" panose="020B0604020202020204" pitchFamily="34" charset="0"/>
            </a:endParaRPr>
          </a:p>
          <a:p>
            <a:endParaRPr lang="en-US" b="1" i="0" dirty="0">
              <a:solidFill>
                <a:srgbClr val="474747"/>
              </a:solidFill>
              <a:effectLst/>
              <a:latin typeface="Arial" panose="020B0604020202020204" pitchFamily="34" charset="0"/>
            </a:endParaRPr>
          </a:p>
        </p:txBody>
      </p:sp>
      <p:pic>
        <p:nvPicPr>
          <p:cNvPr id="4" name="Picture 3">
            <a:extLst>
              <a:ext uri="{FF2B5EF4-FFF2-40B4-BE49-F238E27FC236}">
                <a16:creationId xmlns:a16="http://schemas.microsoft.com/office/drawing/2014/main" id="{8FDE05A3-FBF1-6A95-24E2-560A6AA5149D}"/>
              </a:ext>
            </a:extLst>
          </p:cNvPr>
          <p:cNvPicPr>
            <a:picLocks noChangeAspect="1"/>
          </p:cNvPicPr>
          <p:nvPr/>
        </p:nvPicPr>
        <p:blipFill>
          <a:blip r:embed="rId3">
            <a:duotone>
              <a:prstClr val="black"/>
              <a:schemeClr val="accent2">
                <a:tint val="45000"/>
                <a:satMod val="400000"/>
              </a:schemeClr>
            </a:duotone>
          </a:blip>
          <a:stretch>
            <a:fillRect/>
          </a:stretch>
        </p:blipFill>
        <p:spPr>
          <a:xfrm>
            <a:off x="275063" y="796129"/>
            <a:ext cx="5707441" cy="1032502"/>
          </a:xfrm>
          <a:prstGeom prst="rect">
            <a:avLst/>
          </a:prstGeom>
        </p:spPr>
      </p:pic>
      <p:pic>
        <p:nvPicPr>
          <p:cNvPr id="6" name="Picture 5">
            <a:extLst>
              <a:ext uri="{FF2B5EF4-FFF2-40B4-BE49-F238E27FC236}">
                <a16:creationId xmlns:a16="http://schemas.microsoft.com/office/drawing/2014/main" id="{9913FD78-49A8-D7C6-6084-9FBBAE747205}"/>
              </a:ext>
            </a:extLst>
          </p:cNvPr>
          <p:cNvPicPr>
            <a:picLocks noChangeAspect="1"/>
          </p:cNvPicPr>
          <p:nvPr/>
        </p:nvPicPr>
        <p:blipFill>
          <a:blip r:embed="rId4">
            <a:duotone>
              <a:prstClr val="black"/>
              <a:schemeClr val="accent2">
                <a:tint val="45000"/>
                <a:satMod val="400000"/>
              </a:schemeClr>
            </a:duotone>
          </a:blip>
          <a:stretch>
            <a:fillRect/>
          </a:stretch>
        </p:blipFill>
        <p:spPr>
          <a:xfrm>
            <a:off x="275063" y="1965680"/>
            <a:ext cx="5707441" cy="2558877"/>
          </a:xfrm>
          <a:prstGeom prst="rect">
            <a:avLst/>
          </a:prstGeom>
        </p:spPr>
      </p:pic>
    </p:spTree>
    <p:extLst>
      <p:ext uri="{BB962C8B-B14F-4D97-AF65-F5344CB8AC3E}">
        <p14:creationId xmlns:p14="http://schemas.microsoft.com/office/powerpoint/2010/main" val="32005186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81">
          <a:extLst>
            <a:ext uri="{FF2B5EF4-FFF2-40B4-BE49-F238E27FC236}">
              <a16:creationId xmlns:a16="http://schemas.microsoft.com/office/drawing/2014/main" id="{48AACFB0-457E-4E04-7050-268C47DFCC8B}"/>
            </a:ext>
          </a:extLst>
        </p:cNvPr>
        <p:cNvGrpSpPr/>
        <p:nvPr/>
      </p:nvGrpSpPr>
      <p:grpSpPr>
        <a:xfrm>
          <a:off x="0" y="0"/>
          <a:ext cx="0" cy="0"/>
          <a:chOff x="0" y="0"/>
          <a:chExt cx="0" cy="0"/>
        </a:xfrm>
      </p:grpSpPr>
      <p:sp>
        <p:nvSpPr>
          <p:cNvPr id="382" name="Google Shape;382;p28">
            <a:extLst>
              <a:ext uri="{FF2B5EF4-FFF2-40B4-BE49-F238E27FC236}">
                <a16:creationId xmlns:a16="http://schemas.microsoft.com/office/drawing/2014/main" id="{206E85F5-1B11-123E-0E93-20738916C4DD}"/>
              </a:ext>
            </a:extLst>
          </p:cNvPr>
          <p:cNvSpPr txBox="1">
            <a:spLocks noGrp="1"/>
          </p:cNvSpPr>
          <p:nvPr>
            <p:ph type="title"/>
          </p:nvPr>
        </p:nvSpPr>
        <p:spPr>
          <a:xfrm>
            <a:off x="0" y="-423746"/>
            <a:ext cx="8645513" cy="617684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br>
              <a:rPr lang="en-US" sz="1800" dirty="0"/>
            </a:br>
            <a:br>
              <a:rPr lang="en-US" sz="1800" dirty="0"/>
            </a:br>
            <a:br>
              <a:rPr lang="en-US" sz="1800" dirty="0"/>
            </a:br>
            <a:br>
              <a:rPr lang="en-US" sz="1800" dirty="0"/>
            </a:br>
            <a:br>
              <a:rPr lang="en-US" sz="1800" dirty="0"/>
            </a:br>
            <a:r>
              <a:rPr lang="en-US" sz="1600" b="0" i="0" dirty="0">
                <a:solidFill>
                  <a:srgbClr val="1F1F1F"/>
                </a:solidFill>
                <a:effectLst/>
                <a:latin typeface="Google Sans"/>
              </a:rPr>
              <a:t>  </a:t>
            </a: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endParaRPr sz="1800" dirty="0"/>
          </a:p>
        </p:txBody>
      </p:sp>
      <p:sp>
        <p:nvSpPr>
          <p:cNvPr id="3" name="TextBox 2">
            <a:extLst>
              <a:ext uri="{FF2B5EF4-FFF2-40B4-BE49-F238E27FC236}">
                <a16:creationId xmlns:a16="http://schemas.microsoft.com/office/drawing/2014/main" id="{F0A3A393-7063-C470-7481-A7A919F86721}"/>
              </a:ext>
            </a:extLst>
          </p:cNvPr>
          <p:cNvSpPr txBox="1"/>
          <p:nvPr/>
        </p:nvSpPr>
        <p:spPr>
          <a:xfrm>
            <a:off x="275063" y="407536"/>
            <a:ext cx="6148039" cy="1169551"/>
          </a:xfrm>
          <a:prstGeom prst="rect">
            <a:avLst/>
          </a:prstGeom>
          <a:noFill/>
        </p:spPr>
        <p:txBody>
          <a:bodyPr wrap="square">
            <a:spAutoFit/>
          </a:bodyPr>
          <a:lstStyle/>
          <a:p>
            <a:r>
              <a:rPr lang="en-US" b="1" dirty="0">
                <a:solidFill>
                  <a:srgbClr val="474747"/>
                </a:solidFill>
                <a:latin typeface="Arial" panose="020B0604020202020204" pitchFamily="34" charset="0"/>
              </a:rPr>
              <a:t>Stem and Leaf Display</a:t>
            </a:r>
            <a:endParaRPr lang="en-US" b="1" i="0" dirty="0">
              <a:solidFill>
                <a:srgbClr val="474747"/>
              </a:solidFill>
              <a:effectLst/>
              <a:latin typeface="Arial" panose="020B0604020202020204" pitchFamily="34" charset="0"/>
            </a:endParaRPr>
          </a:p>
          <a:p>
            <a:endParaRPr lang="en-US" b="0" i="0" dirty="0">
              <a:solidFill>
                <a:srgbClr val="474747"/>
              </a:solidFill>
              <a:effectLst/>
              <a:latin typeface="Arial" panose="020B0604020202020204" pitchFamily="34" charset="0"/>
            </a:endParaRPr>
          </a:p>
          <a:p>
            <a:endParaRPr lang="en-US" dirty="0">
              <a:solidFill>
                <a:srgbClr val="474747"/>
              </a:solidFill>
              <a:latin typeface="Arial" panose="020B0604020202020204" pitchFamily="34" charset="0"/>
            </a:endParaRPr>
          </a:p>
          <a:p>
            <a:endParaRPr lang="en-US" b="1" dirty="0">
              <a:solidFill>
                <a:srgbClr val="474747"/>
              </a:solidFill>
              <a:latin typeface="Arial" panose="020B0604020202020204" pitchFamily="34" charset="0"/>
            </a:endParaRPr>
          </a:p>
          <a:p>
            <a:endParaRPr lang="en-US" b="1" i="0" dirty="0">
              <a:solidFill>
                <a:srgbClr val="474747"/>
              </a:solidFill>
              <a:effectLst/>
              <a:latin typeface="Arial" panose="020B0604020202020204" pitchFamily="34" charset="0"/>
            </a:endParaRPr>
          </a:p>
        </p:txBody>
      </p:sp>
      <p:pic>
        <p:nvPicPr>
          <p:cNvPr id="5" name="Picture 4">
            <a:extLst>
              <a:ext uri="{FF2B5EF4-FFF2-40B4-BE49-F238E27FC236}">
                <a16:creationId xmlns:a16="http://schemas.microsoft.com/office/drawing/2014/main" id="{C203C465-0710-0633-D8F6-4F5ED9C8C997}"/>
              </a:ext>
            </a:extLst>
          </p:cNvPr>
          <p:cNvPicPr>
            <a:picLocks noChangeAspect="1"/>
          </p:cNvPicPr>
          <p:nvPr/>
        </p:nvPicPr>
        <p:blipFill>
          <a:blip r:embed="rId3">
            <a:duotone>
              <a:prstClr val="black"/>
              <a:schemeClr val="accent2">
                <a:tint val="45000"/>
                <a:satMod val="400000"/>
              </a:schemeClr>
            </a:duotone>
          </a:blip>
          <a:stretch>
            <a:fillRect/>
          </a:stretch>
        </p:blipFill>
        <p:spPr>
          <a:xfrm>
            <a:off x="614597" y="992310"/>
            <a:ext cx="5657889" cy="2897637"/>
          </a:xfrm>
          <a:prstGeom prst="rect">
            <a:avLst/>
          </a:prstGeom>
        </p:spPr>
      </p:pic>
    </p:spTree>
    <p:extLst>
      <p:ext uri="{BB962C8B-B14F-4D97-AF65-F5344CB8AC3E}">
        <p14:creationId xmlns:p14="http://schemas.microsoft.com/office/powerpoint/2010/main" val="12777132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81">
          <a:extLst>
            <a:ext uri="{FF2B5EF4-FFF2-40B4-BE49-F238E27FC236}">
              <a16:creationId xmlns:a16="http://schemas.microsoft.com/office/drawing/2014/main" id="{7A487407-F4B9-90B1-9B5A-C67324F7162F}"/>
            </a:ext>
          </a:extLst>
        </p:cNvPr>
        <p:cNvGrpSpPr/>
        <p:nvPr/>
      </p:nvGrpSpPr>
      <p:grpSpPr>
        <a:xfrm>
          <a:off x="0" y="0"/>
          <a:ext cx="0" cy="0"/>
          <a:chOff x="0" y="0"/>
          <a:chExt cx="0" cy="0"/>
        </a:xfrm>
      </p:grpSpPr>
      <p:sp>
        <p:nvSpPr>
          <p:cNvPr id="382" name="Google Shape;382;p28">
            <a:extLst>
              <a:ext uri="{FF2B5EF4-FFF2-40B4-BE49-F238E27FC236}">
                <a16:creationId xmlns:a16="http://schemas.microsoft.com/office/drawing/2014/main" id="{759927E8-C53D-6236-6871-802DA66F2A20}"/>
              </a:ext>
            </a:extLst>
          </p:cNvPr>
          <p:cNvSpPr txBox="1">
            <a:spLocks noGrp="1"/>
          </p:cNvSpPr>
          <p:nvPr>
            <p:ph type="title"/>
          </p:nvPr>
        </p:nvSpPr>
        <p:spPr>
          <a:xfrm>
            <a:off x="1575140" y="1651596"/>
            <a:ext cx="5145050" cy="411201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br>
              <a:rPr lang="en-US" sz="1800" dirty="0"/>
            </a:br>
            <a:br>
              <a:rPr lang="en-US" sz="1800" dirty="0"/>
            </a:br>
            <a:br>
              <a:rPr lang="en-US" sz="1800" dirty="0"/>
            </a:br>
            <a:br>
              <a:rPr lang="en-US" sz="1800" dirty="0"/>
            </a:br>
            <a:br>
              <a:rPr lang="en-US" sz="1800" dirty="0"/>
            </a:br>
            <a:r>
              <a:rPr lang="en-US" sz="1600" b="0" i="0" dirty="0">
                <a:solidFill>
                  <a:srgbClr val="1F1F1F"/>
                </a:solidFill>
                <a:effectLst/>
                <a:latin typeface="Google Sans"/>
              </a:rPr>
              <a:t>  </a:t>
            </a: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endParaRPr sz="1800" dirty="0"/>
          </a:p>
        </p:txBody>
      </p:sp>
      <p:sp>
        <p:nvSpPr>
          <p:cNvPr id="3" name="TextBox 2">
            <a:extLst>
              <a:ext uri="{FF2B5EF4-FFF2-40B4-BE49-F238E27FC236}">
                <a16:creationId xmlns:a16="http://schemas.microsoft.com/office/drawing/2014/main" id="{8F2F7784-CEAF-6B8A-7A15-C8DB249E4DBC}"/>
              </a:ext>
            </a:extLst>
          </p:cNvPr>
          <p:cNvSpPr txBox="1"/>
          <p:nvPr/>
        </p:nvSpPr>
        <p:spPr>
          <a:xfrm>
            <a:off x="275063" y="407536"/>
            <a:ext cx="6148039" cy="2031325"/>
          </a:xfrm>
          <a:prstGeom prst="rect">
            <a:avLst/>
          </a:prstGeom>
          <a:noFill/>
        </p:spPr>
        <p:txBody>
          <a:bodyPr wrap="square">
            <a:spAutoFit/>
          </a:bodyPr>
          <a:lstStyle/>
          <a:p>
            <a:r>
              <a:rPr lang="en-US" b="1" i="0" dirty="0">
                <a:solidFill>
                  <a:srgbClr val="474747"/>
                </a:solidFill>
                <a:effectLst/>
                <a:latin typeface="Arial" panose="020B0604020202020204" pitchFamily="34" charset="0"/>
              </a:rPr>
              <a:t>Graphical Representation</a:t>
            </a:r>
          </a:p>
          <a:p>
            <a:endParaRPr lang="en-US" b="1" dirty="0">
              <a:solidFill>
                <a:srgbClr val="474747"/>
              </a:solidFill>
              <a:latin typeface="Arial" panose="020B0604020202020204" pitchFamily="34" charset="0"/>
            </a:endParaRPr>
          </a:p>
          <a:p>
            <a:r>
              <a:rPr lang="en-US" b="1" i="0" dirty="0">
                <a:solidFill>
                  <a:srgbClr val="474747"/>
                </a:solidFill>
                <a:effectLst/>
                <a:latin typeface="Arial" panose="020B0604020202020204" pitchFamily="34" charset="0"/>
              </a:rPr>
              <a:t>Histogram</a:t>
            </a:r>
          </a:p>
          <a:p>
            <a:endParaRPr lang="en-US" b="1" dirty="0">
              <a:solidFill>
                <a:srgbClr val="474747"/>
              </a:solidFill>
              <a:latin typeface="Arial" panose="020B0604020202020204" pitchFamily="34" charset="0"/>
            </a:endParaRPr>
          </a:p>
          <a:p>
            <a:r>
              <a:rPr lang="en-US" i="0" dirty="0">
                <a:solidFill>
                  <a:srgbClr val="474747"/>
                </a:solidFill>
                <a:effectLst/>
                <a:latin typeface="Arial" panose="020B0604020202020204" pitchFamily="34" charset="0"/>
              </a:rPr>
              <a:t>A Histogram consist of set of adjacent rectangles whose bases are marked off as class boundaries ( not class limit) on the axis and whose heights are proportional to the frequencies associated with respective classes. </a:t>
            </a:r>
          </a:p>
          <a:p>
            <a:endParaRPr lang="en-US" dirty="0">
              <a:solidFill>
                <a:srgbClr val="474747"/>
              </a:solidFill>
              <a:latin typeface="Arial" panose="020B0604020202020204" pitchFamily="34" charset="0"/>
            </a:endParaRPr>
          </a:p>
          <a:p>
            <a:endParaRPr lang="en-US" b="0" i="0" dirty="0">
              <a:solidFill>
                <a:srgbClr val="474747"/>
              </a:solidFill>
              <a:effectLst/>
              <a:latin typeface="Arial" panose="020B0604020202020204" pitchFamily="34" charset="0"/>
            </a:endParaRPr>
          </a:p>
        </p:txBody>
      </p:sp>
      <p:pic>
        <p:nvPicPr>
          <p:cNvPr id="8200" name="Picture 8" descr="Histogram - Definition, Types, Graph, and Examples">
            <a:extLst>
              <a:ext uri="{FF2B5EF4-FFF2-40B4-BE49-F238E27FC236}">
                <a16:creationId xmlns:a16="http://schemas.microsoft.com/office/drawing/2014/main" id="{74B20FF2-0252-DDAE-DB17-4557968364B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1613"/>
          <a:stretch/>
        </p:blipFill>
        <p:spPr bwMode="auto">
          <a:xfrm>
            <a:off x="134633" y="2271008"/>
            <a:ext cx="3856637" cy="234596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C93C35E2-2772-C119-D433-9C73EEF18F68}"/>
              </a:ext>
            </a:extLst>
          </p:cNvPr>
          <p:cNvPicPr>
            <a:picLocks noChangeAspect="1"/>
          </p:cNvPicPr>
          <p:nvPr/>
        </p:nvPicPr>
        <p:blipFill>
          <a:blip r:embed="rId4"/>
          <a:stretch>
            <a:fillRect/>
          </a:stretch>
        </p:blipFill>
        <p:spPr>
          <a:xfrm>
            <a:off x="4026992" y="2201052"/>
            <a:ext cx="3696187" cy="2485871"/>
          </a:xfrm>
          <a:prstGeom prst="rect">
            <a:avLst/>
          </a:prstGeom>
        </p:spPr>
      </p:pic>
    </p:spTree>
    <p:extLst>
      <p:ext uri="{BB962C8B-B14F-4D97-AF65-F5344CB8AC3E}">
        <p14:creationId xmlns:p14="http://schemas.microsoft.com/office/powerpoint/2010/main" val="42232137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81">
          <a:extLst>
            <a:ext uri="{FF2B5EF4-FFF2-40B4-BE49-F238E27FC236}">
              <a16:creationId xmlns:a16="http://schemas.microsoft.com/office/drawing/2014/main" id="{4C3CC218-EB9D-3EF2-DF71-A5233B510150}"/>
            </a:ext>
          </a:extLst>
        </p:cNvPr>
        <p:cNvGrpSpPr/>
        <p:nvPr/>
      </p:nvGrpSpPr>
      <p:grpSpPr>
        <a:xfrm>
          <a:off x="0" y="0"/>
          <a:ext cx="0" cy="0"/>
          <a:chOff x="0" y="0"/>
          <a:chExt cx="0" cy="0"/>
        </a:xfrm>
      </p:grpSpPr>
      <p:sp>
        <p:nvSpPr>
          <p:cNvPr id="382" name="Google Shape;382;p28">
            <a:extLst>
              <a:ext uri="{FF2B5EF4-FFF2-40B4-BE49-F238E27FC236}">
                <a16:creationId xmlns:a16="http://schemas.microsoft.com/office/drawing/2014/main" id="{194BACBB-953F-A690-5235-3743E0A57A60}"/>
              </a:ext>
            </a:extLst>
          </p:cNvPr>
          <p:cNvSpPr txBox="1">
            <a:spLocks noGrp="1"/>
          </p:cNvSpPr>
          <p:nvPr>
            <p:ph type="title"/>
          </p:nvPr>
        </p:nvSpPr>
        <p:spPr>
          <a:xfrm>
            <a:off x="1575140" y="1651596"/>
            <a:ext cx="5145050" cy="411201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br>
              <a:rPr lang="en-US" sz="1800" dirty="0"/>
            </a:br>
            <a:br>
              <a:rPr lang="en-US" sz="1800" dirty="0"/>
            </a:br>
            <a:br>
              <a:rPr lang="en-US" sz="1800" dirty="0"/>
            </a:br>
            <a:br>
              <a:rPr lang="en-US" sz="1800" dirty="0"/>
            </a:br>
            <a:br>
              <a:rPr lang="en-US" sz="1800" dirty="0"/>
            </a:br>
            <a:r>
              <a:rPr lang="en-US" sz="1600" b="0" i="0" dirty="0">
                <a:solidFill>
                  <a:srgbClr val="1F1F1F"/>
                </a:solidFill>
                <a:effectLst/>
                <a:latin typeface="Google Sans"/>
              </a:rPr>
              <a:t>  </a:t>
            </a: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endParaRPr sz="1800" dirty="0"/>
          </a:p>
        </p:txBody>
      </p:sp>
      <p:sp>
        <p:nvSpPr>
          <p:cNvPr id="3" name="TextBox 2">
            <a:extLst>
              <a:ext uri="{FF2B5EF4-FFF2-40B4-BE49-F238E27FC236}">
                <a16:creationId xmlns:a16="http://schemas.microsoft.com/office/drawing/2014/main" id="{E72F9DA6-1AD4-6C39-7A60-84A84F8F5CD2}"/>
              </a:ext>
            </a:extLst>
          </p:cNvPr>
          <p:cNvSpPr txBox="1"/>
          <p:nvPr/>
        </p:nvSpPr>
        <p:spPr>
          <a:xfrm>
            <a:off x="252578" y="145926"/>
            <a:ext cx="6148039" cy="584775"/>
          </a:xfrm>
          <a:prstGeom prst="rect">
            <a:avLst/>
          </a:prstGeom>
          <a:noFill/>
        </p:spPr>
        <p:txBody>
          <a:bodyPr wrap="square">
            <a:spAutoFit/>
          </a:bodyPr>
          <a:lstStyle/>
          <a:p>
            <a:endParaRPr lang="en-US" dirty="0">
              <a:solidFill>
                <a:srgbClr val="474747"/>
              </a:solidFill>
              <a:latin typeface="Arial" panose="020B0604020202020204" pitchFamily="34" charset="0"/>
            </a:endParaRPr>
          </a:p>
          <a:p>
            <a:r>
              <a:rPr lang="en-US" sz="1800" b="1" i="0" dirty="0">
                <a:solidFill>
                  <a:srgbClr val="474747"/>
                </a:solidFill>
                <a:effectLst/>
                <a:latin typeface="Arial" panose="020B0604020202020204" pitchFamily="34" charset="0"/>
              </a:rPr>
              <a:t>Frequency Polygon</a:t>
            </a:r>
          </a:p>
        </p:txBody>
      </p:sp>
      <p:pic>
        <p:nvPicPr>
          <p:cNvPr id="4" name="Picture 3">
            <a:extLst>
              <a:ext uri="{FF2B5EF4-FFF2-40B4-BE49-F238E27FC236}">
                <a16:creationId xmlns:a16="http://schemas.microsoft.com/office/drawing/2014/main" id="{BDAF81A4-EFB4-9B3F-5D11-9F40C9E392B9}"/>
              </a:ext>
            </a:extLst>
          </p:cNvPr>
          <p:cNvPicPr>
            <a:picLocks noChangeAspect="1"/>
          </p:cNvPicPr>
          <p:nvPr/>
        </p:nvPicPr>
        <p:blipFill>
          <a:blip r:embed="rId3"/>
          <a:stretch>
            <a:fillRect/>
          </a:stretch>
        </p:blipFill>
        <p:spPr>
          <a:xfrm>
            <a:off x="179393" y="801973"/>
            <a:ext cx="7606991" cy="3971466"/>
          </a:xfrm>
          <a:prstGeom prst="rect">
            <a:avLst/>
          </a:prstGeom>
        </p:spPr>
      </p:pic>
      <p:pic>
        <p:nvPicPr>
          <p:cNvPr id="5" name="Picture 4">
            <a:extLst>
              <a:ext uri="{FF2B5EF4-FFF2-40B4-BE49-F238E27FC236}">
                <a16:creationId xmlns:a16="http://schemas.microsoft.com/office/drawing/2014/main" id="{CA6CA9EE-8ADD-24C5-4250-0F18CD3BF930}"/>
              </a:ext>
            </a:extLst>
          </p:cNvPr>
          <p:cNvPicPr>
            <a:picLocks noChangeAspect="1"/>
          </p:cNvPicPr>
          <p:nvPr/>
        </p:nvPicPr>
        <p:blipFill>
          <a:blip r:embed="rId4"/>
          <a:stretch>
            <a:fillRect/>
          </a:stretch>
        </p:blipFill>
        <p:spPr>
          <a:xfrm>
            <a:off x="4892235" y="2061148"/>
            <a:ext cx="2894149" cy="2360950"/>
          </a:xfrm>
          <a:prstGeom prst="rect">
            <a:avLst/>
          </a:prstGeom>
        </p:spPr>
      </p:pic>
    </p:spTree>
    <p:extLst>
      <p:ext uri="{BB962C8B-B14F-4D97-AF65-F5344CB8AC3E}">
        <p14:creationId xmlns:p14="http://schemas.microsoft.com/office/powerpoint/2010/main" val="32387832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81">
          <a:extLst>
            <a:ext uri="{FF2B5EF4-FFF2-40B4-BE49-F238E27FC236}">
              <a16:creationId xmlns:a16="http://schemas.microsoft.com/office/drawing/2014/main" id="{C62C1BAB-474A-DB1D-E0DA-7FAE0E9E7D6B}"/>
            </a:ext>
          </a:extLst>
        </p:cNvPr>
        <p:cNvGrpSpPr/>
        <p:nvPr/>
      </p:nvGrpSpPr>
      <p:grpSpPr>
        <a:xfrm>
          <a:off x="0" y="0"/>
          <a:ext cx="0" cy="0"/>
          <a:chOff x="0" y="0"/>
          <a:chExt cx="0" cy="0"/>
        </a:xfrm>
      </p:grpSpPr>
      <p:sp>
        <p:nvSpPr>
          <p:cNvPr id="382" name="Google Shape;382;p28">
            <a:extLst>
              <a:ext uri="{FF2B5EF4-FFF2-40B4-BE49-F238E27FC236}">
                <a16:creationId xmlns:a16="http://schemas.microsoft.com/office/drawing/2014/main" id="{23659DB5-F0CC-C089-ED9D-DF822E26F030}"/>
              </a:ext>
            </a:extLst>
          </p:cNvPr>
          <p:cNvSpPr txBox="1">
            <a:spLocks noGrp="1"/>
          </p:cNvSpPr>
          <p:nvPr>
            <p:ph type="title"/>
          </p:nvPr>
        </p:nvSpPr>
        <p:spPr>
          <a:xfrm>
            <a:off x="1575140" y="1651596"/>
            <a:ext cx="5145050" cy="411201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br>
              <a:rPr lang="en-US" sz="1800" dirty="0"/>
            </a:br>
            <a:br>
              <a:rPr lang="en-US" sz="1800" dirty="0"/>
            </a:br>
            <a:br>
              <a:rPr lang="en-US" sz="1800" dirty="0"/>
            </a:br>
            <a:br>
              <a:rPr lang="en-US" sz="1800" dirty="0"/>
            </a:br>
            <a:br>
              <a:rPr lang="en-US" sz="1800" dirty="0"/>
            </a:br>
            <a:r>
              <a:rPr lang="en-US" sz="1600" b="0" i="0" dirty="0">
                <a:solidFill>
                  <a:srgbClr val="1F1F1F"/>
                </a:solidFill>
                <a:effectLst/>
                <a:latin typeface="Google Sans"/>
              </a:rPr>
              <a:t>  </a:t>
            </a: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endParaRPr sz="1800" dirty="0"/>
          </a:p>
        </p:txBody>
      </p:sp>
      <p:sp>
        <p:nvSpPr>
          <p:cNvPr id="3" name="TextBox 2">
            <a:extLst>
              <a:ext uri="{FF2B5EF4-FFF2-40B4-BE49-F238E27FC236}">
                <a16:creationId xmlns:a16="http://schemas.microsoft.com/office/drawing/2014/main" id="{BAF74635-6F50-CD34-4A6A-AFD6940959EB}"/>
              </a:ext>
            </a:extLst>
          </p:cNvPr>
          <p:cNvSpPr txBox="1"/>
          <p:nvPr/>
        </p:nvSpPr>
        <p:spPr>
          <a:xfrm>
            <a:off x="252578" y="145926"/>
            <a:ext cx="6148039" cy="1200329"/>
          </a:xfrm>
          <a:prstGeom prst="rect">
            <a:avLst/>
          </a:prstGeom>
          <a:noFill/>
        </p:spPr>
        <p:txBody>
          <a:bodyPr wrap="square">
            <a:spAutoFit/>
          </a:bodyPr>
          <a:lstStyle/>
          <a:p>
            <a:r>
              <a:rPr lang="en-US" sz="1800" b="1" i="0" dirty="0">
                <a:solidFill>
                  <a:srgbClr val="474747"/>
                </a:solidFill>
                <a:effectLst/>
                <a:latin typeface="Arial" panose="020B0604020202020204" pitchFamily="34" charset="0"/>
              </a:rPr>
              <a:t>Cumulative Frequency Polygon</a:t>
            </a:r>
          </a:p>
          <a:p>
            <a:endParaRPr lang="en-US" sz="1800" b="1" dirty="0">
              <a:solidFill>
                <a:srgbClr val="474747"/>
              </a:solidFill>
              <a:latin typeface="Arial" panose="020B0604020202020204" pitchFamily="34" charset="0"/>
            </a:endParaRPr>
          </a:p>
          <a:p>
            <a:r>
              <a:rPr lang="en-US" sz="1800" b="0" i="0" dirty="0">
                <a:solidFill>
                  <a:srgbClr val="001D35"/>
                </a:solidFill>
                <a:effectLst/>
                <a:latin typeface="Google Sans"/>
              </a:rPr>
              <a:t>A cumulative frequency polygon is </a:t>
            </a:r>
            <a:r>
              <a:rPr lang="en-US" sz="1800" dirty="0"/>
              <a:t>a line graph that shows the cumulative frequency distribution of a set of data</a:t>
            </a:r>
            <a:r>
              <a:rPr lang="en-US" sz="1800" b="0" i="0" dirty="0">
                <a:solidFill>
                  <a:srgbClr val="001D35"/>
                </a:solidFill>
                <a:effectLst/>
                <a:latin typeface="Google Sans"/>
              </a:rPr>
              <a:t>.</a:t>
            </a:r>
            <a:endParaRPr lang="en-US" sz="1800" b="1" i="0" dirty="0">
              <a:solidFill>
                <a:srgbClr val="474747"/>
              </a:solidFill>
              <a:effectLst/>
              <a:latin typeface="Arial" panose="020B0604020202020204" pitchFamily="34" charset="0"/>
            </a:endParaRPr>
          </a:p>
        </p:txBody>
      </p:sp>
      <p:pic>
        <p:nvPicPr>
          <p:cNvPr id="2" name="Picture 1">
            <a:extLst>
              <a:ext uri="{FF2B5EF4-FFF2-40B4-BE49-F238E27FC236}">
                <a16:creationId xmlns:a16="http://schemas.microsoft.com/office/drawing/2014/main" id="{90CFFBB7-DFB4-F0CD-5116-E152B954CFC4}"/>
              </a:ext>
            </a:extLst>
          </p:cNvPr>
          <p:cNvPicPr>
            <a:picLocks noChangeAspect="1"/>
          </p:cNvPicPr>
          <p:nvPr/>
        </p:nvPicPr>
        <p:blipFill>
          <a:blip r:embed="rId3"/>
          <a:stretch>
            <a:fillRect/>
          </a:stretch>
        </p:blipFill>
        <p:spPr>
          <a:xfrm>
            <a:off x="2281628" y="1651596"/>
            <a:ext cx="3450452" cy="2941897"/>
          </a:xfrm>
          <a:prstGeom prst="rect">
            <a:avLst/>
          </a:prstGeom>
        </p:spPr>
      </p:pic>
    </p:spTree>
    <p:extLst>
      <p:ext uri="{BB962C8B-B14F-4D97-AF65-F5344CB8AC3E}">
        <p14:creationId xmlns:p14="http://schemas.microsoft.com/office/powerpoint/2010/main" val="8022036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81">
          <a:extLst>
            <a:ext uri="{FF2B5EF4-FFF2-40B4-BE49-F238E27FC236}">
              <a16:creationId xmlns:a16="http://schemas.microsoft.com/office/drawing/2014/main" id="{AF7FD486-46F8-7232-CE8B-DE37E5A75C62}"/>
            </a:ext>
          </a:extLst>
        </p:cNvPr>
        <p:cNvGrpSpPr/>
        <p:nvPr/>
      </p:nvGrpSpPr>
      <p:grpSpPr>
        <a:xfrm>
          <a:off x="0" y="0"/>
          <a:ext cx="0" cy="0"/>
          <a:chOff x="0" y="0"/>
          <a:chExt cx="0" cy="0"/>
        </a:xfrm>
      </p:grpSpPr>
      <p:sp>
        <p:nvSpPr>
          <p:cNvPr id="382" name="Google Shape;382;p28">
            <a:extLst>
              <a:ext uri="{FF2B5EF4-FFF2-40B4-BE49-F238E27FC236}">
                <a16:creationId xmlns:a16="http://schemas.microsoft.com/office/drawing/2014/main" id="{9982D347-B948-C6AC-A853-B227D26D0A1F}"/>
              </a:ext>
            </a:extLst>
          </p:cNvPr>
          <p:cNvSpPr txBox="1">
            <a:spLocks noGrp="1"/>
          </p:cNvSpPr>
          <p:nvPr>
            <p:ph type="title"/>
          </p:nvPr>
        </p:nvSpPr>
        <p:spPr>
          <a:xfrm>
            <a:off x="1575140" y="1651596"/>
            <a:ext cx="5145050" cy="411201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br>
              <a:rPr lang="en-US" sz="1800" dirty="0"/>
            </a:br>
            <a:br>
              <a:rPr lang="en-US" sz="1800" dirty="0"/>
            </a:br>
            <a:br>
              <a:rPr lang="en-US" sz="1800" dirty="0"/>
            </a:br>
            <a:br>
              <a:rPr lang="en-US" sz="1800" dirty="0"/>
            </a:br>
            <a:br>
              <a:rPr lang="en-US" sz="1800" dirty="0"/>
            </a:br>
            <a:r>
              <a:rPr lang="en-US" sz="1600" b="0" i="0" dirty="0">
                <a:solidFill>
                  <a:srgbClr val="1F1F1F"/>
                </a:solidFill>
                <a:effectLst/>
                <a:latin typeface="Google Sans"/>
              </a:rPr>
              <a:t>  </a:t>
            </a: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endParaRPr sz="1800" dirty="0"/>
          </a:p>
        </p:txBody>
      </p:sp>
      <p:sp>
        <p:nvSpPr>
          <p:cNvPr id="3" name="TextBox 2">
            <a:extLst>
              <a:ext uri="{FF2B5EF4-FFF2-40B4-BE49-F238E27FC236}">
                <a16:creationId xmlns:a16="http://schemas.microsoft.com/office/drawing/2014/main" id="{DFCFE877-8380-E44E-0EC3-AE2F09DDD825}"/>
              </a:ext>
            </a:extLst>
          </p:cNvPr>
          <p:cNvSpPr txBox="1"/>
          <p:nvPr/>
        </p:nvSpPr>
        <p:spPr>
          <a:xfrm>
            <a:off x="252578" y="145926"/>
            <a:ext cx="6148039" cy="646331"/>
          </a:xfrm>
          <a:prstGeom prst="rect">
            <a:avLst/>
          </a:prstGeom>
          <a:noFill/>
        </p:spPr>
        <p:txBody>
          <a:bodyPr wrap="square">
            <a:spAutoFit/>
          </a:bodyPr>
          <a:lstStyle/>
          <a:p>
            <a:r>
              <a:rPr lang="en-US" sz="1800" b="1" dirty="0">
                <a:solidFill>
                  <a:srgbClr val="474747"/>
                </a:solidFill>
                <a:latin typeface="Arial" panose="020B0604020202020204" pitchFamily="34" charset="0"/>
              </a:rPr>
              <a:t>Pie Chart </a:t>
            </a:r>
            <a:endParaRPr lang="en-US" sz="1800" b="1" i="0" dirty="0">
              <a:solidFill>
                <a:srgbClr val="474747"/>
              </a:solidFill>
              <a:effectLst/>
              <a:latin typeface="Arial" panose="020B0604020202020204" pitchFamily="34" charset="0"/>
            </a:endParaRPr>
          </a:p>
          <a:p>
            <a:r>
              <a:rPr lang="en-US" sz="1800" b="0" i="0" dirty="0">
                <a:solidFill>
                  <a:srgbClr val="001D35"/>
                </a:solidFill>
                <a:effectLst/>
                <a:latin typeface="Google Sans"/>
              </a:rPr>
              <a:t>.</a:t>
            </a:r>
            <a:endParaRPr lang="en-US" sz="1800" b="1" i="0" dirty="0">
              <a:solidFill>
                <a:srgbClr val="474747"/>
              </a:solidFill>
              <a:effectLst/>
              <a:latin typeface="Arial" panose="020B0604020202020204" pitchFamily="34" charset="0"/>
            </a:endParaRPr>
          </a:p>
        </p:txBody>
      </p:sp>
      <p:pic>
        <p:nvPicPr>
          <p:cNvPr id="5" name="Picture 4">
            <a:extLst>
              <a:ext uri="{FF2B5EF4-FFF2-40B4-BE49-F238E27FC236}">
                <a16:creationId xmlns:a16="http://schemas.microsoft.com/office/drawing/2014/main" id="{A06B25ED-587B-1960-0369-9A55EDE57D08}"/>
              </a:ext>
            </a:extLst>
          </p:cNvPr>
          <p:cNvPicPr>
            <a:picLocks noChangeAspect="1"/>
          </p:cNvPicPr>
          <p:nvPr/>
        </p:nvPicPr>
        <p:blipFill>
          <a:blip r:embed="rId3"/>
          <a:stretch>
            <a:fillRect/>
          </a:stretch>
        </p:blipFill>
        <p:spPr>
          <a:xfrm>
            <a:off x="252578" y="662264"/>
            <a:ext cx="7502577" cy="1451349"/>
          </a:xfrm>
          <a:prstGeom prst="rect">
            <a:avLst/>
          </a:prstGeom>
        </p:spPr>
      </p:pic>
      <p:pic>
        <p:nvPicPr>
          <p:cNvPr id="9" name="Picture 8">
            <a:extLst>
              <a:ext uri="{FF2B5EF4-FFF2-40B4-BE49-F238E27FC236}">
                <a16:creationId xmlns:a16="http://schemas.microsoft.com/office/drawing/2014/main" id="{8BCA06B4-8789-5E4C-A0B3-5E597535C9A8}"/>
              </a:ext>
            </a:extLst>
          </p:cNvPr>
          <p:cNvPicPr>
            <a:picLocks noChangeAspect="1"/>
          </p:cNvPicPr>
          <p:nvPr/>
        </p:nvPicPr>
        <p:blipFill>
          <a:blip r:embed="rId4"/>
          <a:stretch>
            <a:fillRect/>
          </a:stretch>
        </p:blipFill>
        <p:spPr>
          <a:xfrm>
            <a:off x="2178193" y="2113613"/>
            <a:ext cx="4335033" cy="2742447"/>
          </a:xfrm>
          <a:prstGeom prst="rect">
            <a:avLst/>
          </a:prstGeom>
        </p:spPr>
      </p:pic>
    </p:spTree>
    <p:extLst>
      <p:ext uri="{BB962C8B-B14F-4D97-AF65-F5344CB8AC3E}">
        <p14:creationId xmlns:p14="http://schemas.microsoft.com/office/powerpoint/2010/main" val="26122352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81">
          <a:extLst>
            <a:ext uri="{FF2B5EF4-FFF2-40B4-BE49-F238E27FC236}">
              <a16:creationId xmlns:a16="http://schemas.microsoft.com/office/drawing/2014/main" id="{779638E1-874B-98B9-3552-CAAC8AEA8A73}"/>
            </a:ext>
          </a:extLst>
        </p:cNvPr>
        <p:cNvGrpSpPr/>
        <p:nvPr/>
      </p:nvGrpSpPr>
      <p:grpSpPr>
        <a:xfrm>
          <a:off x="0" y="0"/>
          <a:ext cx="0" cy="0"/>
          <a:chOff x="0" y="0"/>
          <a:chExt cx="0" cy="0"/>
        </a:xfrm>
      </p:grpSpPr>
      <p:sp>
        <p:nvSpPr>
          <p:cNvPr id="382" name="Google Shape;382;p28">
            <a:extLst>
              <a:ext uri="{FF2B5EF4-FFF2-40B4-BE49-F238E27FC236}">
                <a16:creationId xmlns:a16="http://schemas.microsoft.com/office/drawing/2014/main" id="{4CFC3386-1B07-59C1-8284-DE75F1E981C3}"/>
              </a:ext>
            </a:extLst>
          </p:cNvPr>
          <p:cNvSpPr txBox="1">
            <a:spLocks noGrp="1"/>
          </p:cNvSpPr>
          <p:nvPr>
            <p:ph type="title"/>
          </p:nvPr>
        </p:nvSpPr>
        <p:spPr>
          <a:xfrm>
            <a:off x="1575140" y="1651596"/>
            <a:ext cx="5145050" cy="411201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br>
              <a:rPr lang="en-US" sz="1800" dirty="0"/>
            </a:br>
            <a:br>
              <a:rPr lang="en-US" sz="1800" dirty="0"/>
            </a:br>
            <a:br>
              <a:rPr lang="en-US" sz="1800" dirty="0"/>
            </a:br>
            <a:br>
              <a:rPr lang="en-US" sz="1800" dirty="0"/>
            </a:br>
            <a:br>
              <a:rPr lang="en-US" sz="1800" dirty="0"/>
            </a:br>
            <a:r>
              <a:rPr lang="en-US" sz="1600" b="0" i="0" dirty="0">
                <a:solidFill>
                  <a:srgbClr val="1F1F1F"/>
                </a:solidFill>
                <a:effectLst/>
                <a:latin typeface="Google Sans"/>
              </a:rPr>
              <a:t>  </a:t>
            </a: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endParaRPr sz="1800" dirty="0"/>
          </a:p>
        </p:txBody>
      </p:sp>
      <p:sp>
        <p:nvSpPr>
          <p:cNvPr id="3" name="TextBox 2">
            <a:extLst>
              <a:ext uri="{FF2B5EF4-FFF2-40B4-BE49-F238E27FC236}">
                <a16:creationId xmlns:a16="http://schemas.microsoft.com/office/drawing/2014/main" id="{3BF93AF0-04CF-D27E-A7F4-7727CE934B8F}"/>
              </a:ext>
            </a:extLst>
          </p:cNvPr>
          <p:cNvSpPr txBox="1"/>
          <p:nvPr/>
        </p:nvSpPr>
        <p:spPr>
          <a:xfrm>
            <a:off x="252578" y="145926"/>
            <a:ext cx="6148039" cy="646331"/>
          </a:xfrm>
          <a:prstGeom prst="rect">
            <a:avLst/>
          </a:prstGeom>
          <a:noFill/>
        </p:spPr>
        <p:txBody>
          <a:bodyPr wrap="square">
            <a:spAutoFit/>
          </a:bodyPr>
          <a:lstStyle/>
          <a:p>
            <a:r>
              <a:rPr lang="en-US" sz="1800" b="1" dirty="0">
                <a:solidFill>
                  <a:srgbClr val="474747"/>
                </a:solidFill>
                <a:latin typeface="Arial" panose="020B0604020202020204" pitchFamily="34" charset="0"/>
              </a:rPr>
              <a:t>Pie Chart </a:t>
            </a:r>
            <a:endParaRPr lang="en-US" sz="1800" b="1" i="0" dirty="0">
              <a:solidFill>
                <a:srgbClr val="474747"/>
              </a:solidFill>
              <a:effectLst/>
              <a:latin typeface="Arial" panose="020B0604020202020204" pitchFamily="34" charset="0"/>
            </a:endParaRPr>
          </a:p>
          <a:p>
            <a:endParaRPr lang="en-US" sz="1800" b="1" i="0" dirty="0">
              <a:solidFill>
                <a:srgbClr val="474747"/>
              </a:solidFill>
              <a:effectLst/>
              <a:latin typeface="Arial" panose="020B0604020202020204" pitchFamily="34" charset="0"/>
            </a:endParaRPr>
          </a:p>
        </p:txBody>
      </p:sp>
      <p:pic>
        <p:nvPicPr>
          <p:cNvPr id="4" name="Picture 3">
            <a:extLst>
              <a:ext uri="{FF2B5EF4-FFF2-40B4-BE49-F238E27FC236}">
                <a16:creationId xmlns:a16="http://schemas.microsoft.com/office/drawing/2014/main" id="{B50AA47C-E630-DA20-D90E-21084A45F015}"/>
              </a:ext>
            </a:extLst>
          </p:cNvPr>
          <p:cNvPicPr>
            <a:picLocks noChangeAspect="1"/>
          </p:cNvPicPr>
          <p:nvPr/>
        </p:nvPicPr>
        <p:blipFill>
          <a:blip r:embed="rId3"/>
          <a:stretch>
            <a:fillRect/>
          </a:stretch>
        </p:blipFill>
        <p:spPr>
          <a:xfrm>
            <a:off x="0" y="469091"/>
            <a:ext cx="6642860" cy="1981801"/>
          </a:xfrm>
          <a:prstGeom prst="rect">
            <a:avLst/>
          </a:prstGeom>
        </p:spPr>
      </p:pic>
    </p:spTree>
    <p:extLst>
      <p:ext uri="{BB962C8B-B14F-4D97-AF65-F5344CB8AC3E}">
        <p14:creationId xmlns:p14="http://schemas.microsoft.com/office/powerpoint/2010/main" val="20826823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81">
          <a:extLst>
            <a:ext uri="{FF2B5EF4-FFF2-40B4-BE49-F238E27FC236}">
              <a16:creationId xmlns:a16="http://schemas.microsoft.com/office/drawing/2014/main" id="{B52F0F07-0FB9-B490-1BA3-AEFF84862589}"/>
            </a:ext>
          </a:extLst>
        </p:cNvPr>
        <p:cNvGrpSpPr/>
        <p:nvPr/>
      </p:nvGrpSpPr>
      <p:grpSpPr>
        <a:xfrm>
          <a:off x="0" y="0"/>
          <a:ext cx="0" cy="0"/>
          <a:chOff x="0" y="0"/>
          <a:chExt cx="0" cy="0"/>
        </a:xfrm>
      </p:grpSpPr>
      <p:sp>
        <p:nvSpPr>
          <p:cNvPr id="382" name="Google Shape;382;p28">
            <a:extLst>
              <a:ext uri="{FF2B5EF4-FFF2-40B4-BE49-F238E27FC236}">
                <a16:creationId xmlns:a16="http://schemas.microsoft.com/office/drawing/2014/main" id="{E05044A1-CF4A-C1B2-BB51-DF8E62270717}"/>
              </a:ext>
            </a:extLst>
          </p:cNvPr>
          <p:cNvSpPr txBox="1">
            <a:spLocks noGrp="1"/>
          </p:cNvSpPr>
          <p:nvPr>
            <p:ph type="title"/>
          </p:nvPr>
        </p:nvSpPr>
        <p:spPr>
          <a:xfrm>
            <a:off x="1575140" y="1651596"/>
            <a:ext cx="5145050" cy="411201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br>
              <a:rPr lang="en-US" sz="1800" dirty="0"/>
            </a:br>
            <a:br>
              <a:rPr lang="en-US" sz="1800" dirty="0"/>
            </a:br>
            <a:br>
              <a:rPr lang="en-US" sz="1800" dirty="0"/>
            </a:br>
            <a:br>
              <a:rPr lang="en-US" sz="1800" dirty="0"/>
            </a:br>
            <a:br>
              <a:rPr lang="en-US" sz="1800" dirty="0"/>
            </a:br>
            <a:r>
              <a:rPr lang="en-US" sz="1600" b="0" i="0" dirty="0">
                <a:solidFill>
                  <a:srgbClr val="1F1F1F"/>
                </a:solidFill>
                <a:effectLst/>
                <a:latin typeface="Google Sans"/>
              </a:rPr>
              <a:t>  </a:t>
            </a: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endParaRPr sz="1800" dirty="0"/>
          </a:p>
        </p:txBody>
      </p:sp>
      <p:sp>
        <p:nvSpPr>
          <p:cNvPr id="3" name="TextBox 2">
            <a:extLst>
              <a:ext uri="{FF2B5EF4-FFF2-40B4-BE49-F238E27FC236}">
                <a16:creationId xmlns:a16="http://schemas.microsoft.com/office/drawing/2014/main" id="{FF10A51E-4B38-A5F3-5271-3327E76DE32A}"/>
              </a:ext>
            </a:extLst>
          </p:cNvPr>
          <p:cNvSpPr txBox="1"/>
          <p:nvPr/>
        </p:nvSpPr>
        <p:spPr>
          <a:xfrm>
            <a:off x="252578" y="145926"/>
            <a:ext cx="6148039" cy="646331"/>
          </a:xfrm>
          <a:prstGeom prst="rect">
            <a:avLst/>
          </a:prstGeom>
          <a:noFill/>
        </p:spPr>
        <p:txBody>
          <a:bodyPr wrap="square">
            <a:spAutoFit/>
          </a:bodyPr>
          <a:lstStyle/>
          <a:p>
            <a:r>
              <a:rPr lang="en-US" sz="1800" b="1" dirty="0">
                <a:solidFill>
                  <a:srgbClr val="474747"/>
                </a:solidFill>
                <a:latin typeface="Arial" panose="020B0604020202020204" pitchFamily="34" charset="0"/>
              </a:rPr>
              <a:t>Pie Chart </a:t>
            </a:r>
            <a:endParaRPr lang="en-US" sz="1800" b="1" i="0" dirty="0">
              <a:solidFill>
                <a:srgbClr val="474747"/>
              </a:solidFill>
              <a:effectLst/>
              <a:latin typeface="Arial" panose="020B0604020202020204" pitchFamily="34" charset="0"/>
            </a:endParaRPr>
          </a:p>
          <a:p>
            <a:endParaRPr lang="en-US" sz="1800" b="1" i="0" dirty="0">
              <a:solidFill>
                <a:srgbClr val="474747"/>
              </a:solidFill>
              <a:effectLst/>
              <a:latin typeface="Arial" panose="020B0604020202020204" pitchFamily="34" charset="0"/>
            </a:endParaRPr>
          </a:p>
        </p:txBody>
      </p:sp>
      <p:pic>
        <p:nvPicPr>
          <p:cNvPr id="5" name="Picture 4">
            <a:extLst>
              <a:ext uri="{FF2B5EF4-FFF2-40B4-BE49-F238E27FC236}">
                <a16:creationId xmlns:a16="http://schemas.microsoft.com/office/drawing/2014/main" id="{BFEB7DA2-8953-00CF-B70E-819BC2E281C5}"/>
              </a:ext>
            </a:extLst>
          </p:cNvPr>
          <p:cNvPicPr>
            <a:picLocks noChangeAspect="1"/>
          </p:cNvPicPr>
          <p:nvPr/>
        </p:nvPicPr>
        <p:blipFill>
          <a:blip r:embed="rId3"/>
          <a:stretch>
            <a:fillRect/>
          </a:stretch>
        </p:blipFill>
        <p:spPr>
          <a:xfrm>
            <a:off x="0" y="27436"/>
            <a:ext cx="9144000" cy="5088627"/>
          </a:xfrm>
          <a:prstGeom prst="rect">
            <a:avLst/>
          </a:prstGeom>
        </p:spPr>
      </p:pic>
    </p:spTree>
    <p:extLst>
      <p:ext uri="{BB962C8B-B14F-4D97-AF65-F5344CB8AC3E}">
        <p14:creationId xmlns:p14="http://schemas.microsoft.com/office/powerpoint/2010/main" val="16463854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81">
          <a:extLst>
            <a:ext uri="{FF2B5EF4-FFF2-40B4-BE49-F238E27FC236}">
              <a16:creationId xmlns:a16="http://schemas.microsoft.com/office/drawing/2014/main" id="{008CCDE8-5070-4D23-83D0-E7417F74B9F2}"/>
            </a:ext>
          </a:extLst>
        </p:cNvPr>
        <p:cNvGrpSpPr/>
        <p:nvPr/>
      </p:nvGrpSpPr>
      <p:grpSpPr>
        <a:xfrm>
          <a:off x="0" y="0"/>
          <a:ext cx="0" cy="0"/>
          <a:chOff x="0" y="0"/>
          <a:chExt cx="0" cy="0"/>
        </a:xfrm>
      </p:grpSpPr>
      <p:sp>
        <p:nvSpPr>
          <p:cNvPr id="382" name="Google Shape;382;p28">
            <a:extLst>
              <a:ext uri="{FF2B5EF4-FFF2-40B4-BE49-F238E27FC236}">
                <a16:creationId xmlns:a16="http://schemas.microsoft.com/office/drawing/2014/main" id="{4891DC1D-8A8E-CEF8-9EEA-2BD21ED25BF7}"/>
              </a:ext>
            </a:extLst>
          </p:cNvPr>
          <p:cNvSpPr txBox="1">
            <a:spLocks noGrp="1"/>
          </p:cNvSpPr>
          <p:nvPr>
            <p:ph type="title"/>
          </p:nvPr>
        </p:nvSpPr>
        <p:spPr>
          <a:xfrm>
            <a:off x="1575140" y="1651596"/>
            <a:ext cx="5145050" cy="411201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br>
              <a:rPr lang="en-US" sz="1800" dirty="0"/>
            </a:br>
            <a:br>
              <a:rPr lang="en-US" sz="1800" dirty="0"/>
            </a:br>
            <a:br>
              <a:rPr lang="en-US" sz="1800" dirty="0"/>
            </a:br>
            <a:br>
              <a:rPr lang="en-US" sz="1800" dirty="0"/>
            </a:br>
            <a:br>
              <a:rPr lang="en-US" sz="1800" dirty="0"/>
            </a:br>
            <a:r>
              <a:rPr lang="en-US" sz="1600" b="0" i="0" dirty="0">
                <a:solidFill>
                  <a:srgbClr val="1F1F1F"/>
                </a:solidFill>
                <a:effectLst/>
                <a:latin typeface="Google Sans"/>
              </a:rPr>
              <a:t>  </a:t>
            </a: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endParaRPr sz="1800" dirty="0"/>
          </a:p>
        </p:txBody>
      </p:sp>
      <p:sp>
        <p:nvSpPr>
          <p:cNvPr id="3" name="TextBox 2">
            <a:extLst>
              <a:ext uri="{FF2B5EF4-FFF2-40B4-BE49-F238E27FC236}">
                <a16:creationId xmlns:a16="http://schemas.microsoft.com/office/drawing/2014/main" id="{1B6A8991-F66F-A875-5F2C-ED37C19B5649}"/>
              </a:ext>
            </a:extLst>
          </p:cNvPr>
          <p:cNvSpPr txBox="1"/>
          <p:nvPr/>
        </p:nvSpPr>
        <p:spPr>
          <a:xfrm>
            <a:off x="252578" y="145926"/>
            <a:ext cx="6148039" cy="646331"/>
          </a:xfrm>
          <a:prstGeom prst="rect">
            <a:avLst/>
          </a:prstGeom>
          <a:noFill/>
        </p:spPr>
        <p:txBody>
          <a:bodyPr wrap="square">
            <a:spAutoFit/>
          </a:bodyPr>
          <a:lstStyle/>
          <a:p>
            <a:r>
              <a:rPr lang="en-US" sz="1800" b="1" dirty="0">
                <a:solidFill>
                  <a:srgbClr val="474747"/>
                </a:solidFill>
                <a:latin typeface="Arial" panose="020B0604020202020204" pitchFamily="34" charset="0"/>
              </a:rPr>
              <a:t>Pie Chart </a:t>
            </a:r>
            <a:endParaRPr lang="en-US" sz="1800" b="1" i="0" dirty="0">
              <a:solidFill>
                <a:srgbClr val="474747"/>
              </a:solidFill>
              <a:effectLst/>
              <a:latin typeface="Arial" panose="020B0604020202020204" pitchFamily="34" charset="0"/>
            </a:endParaRPr>
          </a:p>
          <a:p>
            <a:endParaRPr lang="en-US" sz="1800" b="1" i="0" dirty="0">
              <a:solidFill>
                <a:srgbClr val="474747"/>
              </a:solidFill>
              <a:effectLst/>
              <a:latin typeface="Arial" panose="020B0604020202020204" pitchFamily="34" charset="0"/>
            </a:endParaRPr>
          </a:p>
        </p:txBody>
      </p:sp>
      <p:pic>
        <p:nvPicPr>
          <p:cNvPr id="4" name="Picture 3">
            <a:extLst>
              <a:ext uri="{FF2B5EF4-FFF2-40B4-BE49-F238E27FC236}">
                <a16:creationId xmlns:a16="http://schemas.microsoft.com/office/drawing/2014/main" id="{AE39DF6C-8F26-91BB-EA32-FD89C63B58D3}"/>
              </a:ext>
            </a:extLst>
          </p:cNvPr>
          <p:cNvPicPr>
            <a:picLocks noChangeAspect="1"/>
          </p:cNvPicPr>
          <p:nvPr/>
        </p:nvPicPr>
        <p:blipFill>
          <a:blip r:embed="rId3"/>
          <a:stretch>
            <a:fillRect/>
          </a:stretch>
        </p:blipFill>
        <p:spPr>
          <a:xfrm>
            <a:off x="0" y="97563"/>
            <a:ext cx="9144000" cy="4948373"/>
          </a:xfrm>
          <a:prstGeom prst="rect">
            <a:avLst/>
          </a:prstGeom>
        </p:spPr>
      </p:pic>
    </p:spTree>
    <p:extLst>
      <p:ext uri="{BB962C8B-B14F-4D97-AF65-F5344CB8AC3E}">
        <p14:creationId xmlns:p14="http://schemas.microsoft.com/office/powerpoint/2010/main" val="10364144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81">
          <a:extLst>
            <a:ext uri="{FF2B5EF4-FFF2-40B4-BE49-F238E27FC236}">
              <a16:creationId xmlns:a16="http://schemas.microsoft.com/office/drawing/2014/main" id="{ADE8A868-3A0A-4889-7BB6-9D43A2C090C4}"/>
            </a:ext>
          </a:extLst>
        </p:cNvPr>
        <p:cNvGrpSpPr/>
        <p:nvPr/>
      </p:nvGrpSpPr>
      <p:grpSpPr>
        <a:xfrm>
          <a:off x="0" y="0"/>
          <a:ext cx="0" cy="0"/>
          <a:chOff x="0" y="0"/>
          <a:chExt cx="0" cy="0"/>
        </a:xfrm>
      </p:grpSpPr>
      <p:sp>
        <p:nvSpPr>
          <p:cNvPr id="382" name="Google Shape;382;p28">
            <a:extLst>
              <a:ext uri="{FF2B5EF4-FFF2-40B4-BE49-F238E27FC236}">
                <a16:creationId xmlns:a16="http://schemas.microsoft.com/office/drawing/2014/main" id="{FA191D1F-4D41-B375-63D0-358615566A47}"/>
              </a:ext>
            </a:extLst>
          </p:cNvPr>
          <p:cNvSpPr txBox="1">
            <a:spLocks noGrp="1"/>
          </p:cNvSpPr>
          <p:nvPr>
            <p:ph type="title"/>
          </p:nvPr>
        </p:nvSpPr>
        <p:spPr>
          <a:xfrm>
            <a:off x="1575140" y="1651596"/>
            <a:ext cx="5145050" cy="411201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br>
              <a:rPr lang="en-US" sz="1800" dirty="0"/>
            </a:br>
            <a:br>
              <a:rPr lang="en-US" sz="1800" dirty="0"/>
            </a:br>
            <a:br>
              <a:rPr lang="en-US" sz="1800" dirty="0"/>
            </a:br>
            <a:br>
              <a:rPr lang="en-US" sz="1800" dirty="0"/>
            </a:br>
            <a:br>
              <a:rPr lang="en-US" sz="1800" dirty="0"/>
            </a:br>
            <a:r>
              <a:rPr lang="en-US" sz="1600" b="0" i="0" dirty="0">
                <a:solidFill>
                  <a:srgbClr val="1F1F1F"/>
                </a:solidFill>
                <a:effectLst/>
                <a:latin typeface="Google Sans"/>
              </a:rPr>
              <a:t>  </a:t>
            </a: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endParaRPr sz="1800" dirty="0"/>
          </a:p>
        </p:txBody>
      </p:sp>
      <p:pic>
        <p:nvPicPr>
          <p:cNvPr id="5" name="Picture 4">
            <a:extLst>
              <a:ext uri="{FF2B5EF4-FFF2-40B4-BE49-F238E27FC236}">
                <a16:creationId xmlns:a16="http://schemas.microsoft.com/office/drawing/2014/main" id="{C946C691-03C9-2A56-3E75-09AC11ADAA17}"/>
              </a:ext>
            </a:extLst>
          </p:cNvPr>
          <p:cNvPicPr>
            <a:picLocks noChangeAspect="1"/>
          </p:cNvPicPr>
          <p:nvPr/>
        </p:nvPicPr>
        <p:blipFill>
          <a:blip r:embed="rId3"/>
          <a:stretch>
            <a:fillRect/>
          </a:stretch>
        </p:blipFill>
        <p:spPr>
          <a:xfrm>
            <a:off x="1017854" y="0"/>
            <a:ext cx="7108292" cy="5143500"/>
          </a:xfrm>
          <a:prstGeom prst="rect">
            <a:avLst/>
          </a:prstGeom>
        </p:spPr>
      </p:pic>
    </p:spTree>
    <p:extLst>
      <p:ext uri="{BB962C8B-B14F-4D97-AF65-F5344CB8AC3E}">
        <p14:creationId xmlns:p14="http://schemas.microsoft.com/office/powerpoint/2010/main" val="26247395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81">
          <a:extLst>
            <a:ext uri="{FF2B5EF4-FFF2-40B4-BE49-F238E27FC236}">
              <a16:creationId xmlns:a16="http://schemas.microsoft.com/office/drawing/2014/main" id="{7DE8E9BE-FEE1-604A-F4FB-B08AC0F14A84}"/>
            </a:ext>
          </a:extLst>
        </p:cNvPr>
        <p:cNvGrpSpPr/>
        <p:nvPr/>
      </p:nvGrpSpPr>
      <p:grpSpPr>
        <a:xfrm>
          <a:off x="0" y="0"/>
          <a:ext cx="0" cy="0"/>
          <a:chOff x="0" y="0"/>
          <a:chExt cx="0" cy="0"/>
        </a:xfrm>
      </p:grpSpPr>
      <p:sp>
        <p:nvSpPr>
          <p:cNvPr id="382" name="Google Shape;382;p28">
            <a:extLst>
              <a:ext uri="{FF2B5EF4-FFF2-40B4-BE49-F238E27FC236}">
                <a16:creationId xmlns:a16="http://schemas.microsoft.com/office/drawing/2014/main" id="{961E8FC5-CA14-425A-EF12-F1DBD17BB7F8}"/>
              </a:ext>
            </a:extLst>
          </p:cNvPr>
          <p:cNvSpPr txBox="1">
            <a:spLocks noGrp="1"/>
          </p:cNvSpPr>
          <p:nvPr>
            <p:ph type="title"/>
          </p:nvPr>
        </p:nvSpPr>
        <p:spPr>
          <a:xfrm>
            <a:off x="1575140" y="1651596"/>
            <a:ext cx="5145050" cy="411201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br>
              <a:rPr lang="en-US" sz="1800" dirty="0"/>
            </a:br>
            <a:br>
              <a:rPr lang="en-US" sz="1800" dirty="0"/>
            </a:br>
            <a:br>
              <a:rPr lang="en-US" sz="1800" dirty="0"/>
            </a:br>
            <a:br>
              <a:rPr lang="en-US" sz="1800" dirty="0"/>
            </a:br>
            <a:br>
              <a:rPr lang="en-US" sz="1800" dirty="0"/>
            </a:br>
            <a:r>
              <a:rPr lang="en-US" sz="1600" b="0" i="0" dirty="0">
                <a:solidFill>
                  <a:srgbClr val="1F1F1F"/>
                </a:solidFill>
                <a:effectLst/>
                <a:latin typeface="Google Sans"/>
              </a:rPr>
              <a:t>  </a:t>
            </a: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endParaRPr sz="1800" dirty="0"/>
          </a:p>
        </p:txBody>
      </p:sp>
      <p:pic>
        <p:nvPicPr>
          <p:cNvPr id="3" name="Picture 2">
            <a:extLst>
              <a:ext uri="{FF2B5EF4-FFF2-40B4-BE49-F238E27FC236}">
                <a16:creationId xmlns:a16="http://schemas.microsoft.com/office/drawing/2014/main" id="{2239DCA0-5D56-1486-13C8-6B6155792A09}"/>
              </a:ext>
            </a:extLst>
          </p:cNvPr>
          <p:cNvPicPr>
            <a:picLocks noChangeAspect="1"/>
          </p:cNvPicPr>
          <p:nvPr/>
        </p:nvPicPr>
        <p:blipFill>
          <a:blip r:embed="rId3"/>
          <a:stretch>
            <a:fillRect/>
          </a:stretch>
        </p:blipFill>
        <p:spPr>
          <a:xfrm>
            <a:off x="1318968" y="0"/>
            <a:ext cx="6506064" cy="5143500"/>
          </a:xfrm>
          <a:prstGeom prst="rect">
            <a:avLst/>
          </a:prstGeom>
        </p:spPr>
      </p:pic>
    </p:spTree>
    <p:extLst>
      <p:ext uri="{BB962C8B-B14F-4D97-AF65-F5344CB8AC3E}">
        <p14:creationId xmlns:p14="http://schemas.microsoft.com/office/powerpoint/2010/main" val="39514110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81">
          <a:extLst>
            <a:ext uri="{FF2B5EF4-FFF2-40B4-BE49-F238E27FC236}">
              <a16:creationId xmlns:a16="http://schemas.microsoft.com/office/drawing/2014/main" id="{65FCA915-220F-F5B9-7B68-120E435C1423}"/>
            </a:ext>
          </a:extLst>
        </p:cNvPr>
        <p:cNvGrpSpPr/>
        <p:nvPr/>
      </p:nvGrpSpPr>
      <p:grpSpPr>
        <a:xfrm>
          <a:off x="0" y="0"/>
          <a:ext cx="0" cy="0"/>
          <a:chOff x="0" y="0"/>
          <a:chExt cx="0" cy="0"/>
        </a:xfrm>
      </p:grpSpPr>
      <p:sp>
        <p:nvSpPr>
          <p:cNvPr id="382" name="Google Shape;382;p28">
            <a:extLst>
              <a:ext uri="{FF2B5EF4-FFF2-40B4-BE49-F238E27FC236}">
                <a16:creationId xmlns:a16="http://schemas.microsoft.com/office/drawing/2014/main" id="{2ED1073A-9D2C-2AF8-1579-3DDBE6CF292C}"/>
              </a:ext>
            </a:extLst>
          </p:cNvPr>
          <p:cNvSpPr txBox="1">
            <a:spLocks noGrp="1"/>
          </p:cNvSpPr>
          <p:nvPr>
            <p:ph type="title"/>
          </p:nvPr>
        </p:nvSpPr>
        <p:spPr>
          <a:xfrm>
            <a:off x="1575140" y="1651596"/>
            <a:ext cx="5145050" cy="411201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br>
              <a:rPr lang="en-US" sz="1800" dirty="0"/>
            </a:br>
            <a:br>
              <a:rPr lang="en-US" sz="1800" dirty="0"/>
            </a:br>
            <a:br>
              <a:rPr lang="en-US" sz="1800" dirty="0"/>
            </a:br>
            <a:br>
              <a:rPr lang="en-US" sz="1800" dirty="0"/>
            </a:br>
            <a:br>
              <a:rPr lang="en-US" sz="1800" dirty="0"/>
            </a:br>
            <a:r>
              <a:rPr lang="en-US" sz="1600" b="0" i="0" dirty="0">
                <a:solidFill>
                  <a:srgbClr val="1F1F1F"/>
                </a:solidFill>
                <a:effectLst/>
                <a:latin typeface="Google Sans"/>
              </a:rPr>
              <a:t>  </a:t>
            </a: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endParaRPr sz="1800" dirty="0"/>
          </a:p>
        </p:txBody>
      </p:sp>
      <p:sp>
        <p:nvSpPr>
          <p:cNvPr id="3" name="TextBox 2">
            <a:extLst>
              <a:ext uri="{FF2B5EF4-FFF2-40B4-BE49-F238E27FC236}">
                <a16:creationId xmlns:a16="http://schemas.microsoft.com/office/drawing/2014/main" id="{C4BEF82F-EF76-B247-650C-4714BAF04734}"/>
              </a:ext>
            </a:extLst>
          </p:cNvPr>
          <p:cNvSpPr txBox="1"/>
          <p:nvPr/>
        </p:nvSpPr>
        <p:spPr>
          <a:xfrm>
            <a:off x="252578" y="145926"/>
            <a:ext cx="6148039" cy="923330"/>
          </a:xfrm>
          <a:prstGeom prst="rect">
            <a:avLst/>
          </a:prstGeom>
          <a:noFill/>
        </p:spPr>
        <p:txBody>
          <a:bodyPr wrap="square">
            <a:spAutoFit/>
          </a:bodyPr>
          <a:lstStyle/>
          <a:p>
            <a:r>
              <a:rPr lang="en-US" sz="1800" b="1" dirty="0">
                <a:solidFill>
                  <a:srgbClr val="474747"/>
                </a:solidFill>
                <a:latin typeface="Arial" panose="020B0604020202020204" pitchFamily="34" charset="0"/>
              </a:rPr>
              <a:t>Mean for the Grouped data </a:t>
            </a:r>
          </a:p>
          <a:p>
            <a:r>
              <a:rPr lang="en-US" sz="1800" b="1" dirty="0">
                <a:solidFill>
                  <a:srgbClr val="474747"/>
                </a:solidFill>
                <a:latin typeface="Arial" panose="020B0604020202020204" pitchFamily="34" charset="0"/>
              </a:rPr>
              <a:t> </a:t>
            </a:r>
            <a:endParaRPr lang="en-US" sz="1800" b="1" i="0" dirty="0">
              <a:solidFill>
                <a:srgbClr val="474747"/>
              </a:solidFill>
              <a:effectLst/>
              <a:latin typeface="Arial" panose="020B0604020202020204" pitchFamily="34" charset="0"/>
            </a:endParaRPr>
          </a:p>
          <a:p>
            <a:endParaRPr lang="en-US" sz="1800" b="1" i="0" dirty="0">
              <a:solidFill>
                <a:srgbClr val="474747"/>
              </a:solidFill>
              <a:effectLst/>
              <a:latin typeface="Arial" panose="020B0604020202020204" pitchFamily="34" charset="0"/>
            </a:endParaRPr>
          </a:p>
        </p:txBody>
      </p:sp>
      <p:pic>
        <p:nvPicPr>
          <p:cNvPr id="5" name="Picture 4">
            <a:extLst>
              <a:ext uri="{FF2B5EF4-FFF2-40B4-BE49-F238E27FC236}">
                <a16:creationId xmlns:a16="http://schemas.microsoft.com/office/drawing/2014/main" id="{7F68F144-A7A0-1D4E-0799-638FBED85951}"/>
              </a:ext>
            </a:extLst>
          </p:cNvPr>
          <p:cNvPicPr>
            <a:picLocks noChangeAspect="1"/>
          </p:cNvPicPr>
          <p:nvPr/>
        </p:nvPicPr>
        <p:blipFill>
          <a:blip r:embed="rId3"/>
          <a:stretch>
            <a:fillRect/>
          </a:stretch>
        </p:blipFill>
        <p:spPr>
          <a:xfrm>
            <a:off x="60228" y="833015"/>
            <a:ext cx="6340389" cy="472481"/>
          </a:xfrm>
          <a:prstGeom prst="rect">
            <a:avLst/>
          </a:prstGeom>
        </p:spPr>
      </p:pic>
    </p:spTree>
    <p:extLst>
      <p:ext uri="{BB962C8B-B14F-4D97-AF65-F5344CB8AC3E}">
        <p14:creationId xmlns:p14="http://schemas.microsoft.com/office/powerpoint/2010/main" val="26586323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81">
          <a:extLst>
            <a:ext uri="{FF2B5EF4-FFF2-40B4-BE49-F238E27FC236}">
              <a16:creationId xmlns:a16="http://schemas.microsoft.com/office/drawing/2014/main" id="{052BC542-3EE2-2638-1891-AE1D58E9396D}"/>
            </a:ext>
          </a:extLst>
        </p:cNvPr>
        <p:cNvGrpSpPr/>
        <p:nvPr/>
      </p:nvGrpSpPr>
      <p:grpSpPr>
        <a:xfrm>
          <a:off x="0" y="0"/>
          <a:ext cx="0" cy="0"/>
          <a:chOff x="0" y="0"/>
          <a:chExt cx="0" cy="0"/>
        </a:xfrm>
      </p:grpSpPr>
      <p:sp>
        <p:nvSpPr>
          <p:cNvPr id="382" name="Google Shape;382;p28">
            <a:extLst>
              <a:ext uri="{FF2B5EF4-FFF2-40B4-BE49-F238E27FC236}">
                <a16:creationId xmlns:a16="http://schemas.microsoft.com/office/drawing/2014/main" id="{9AE15DCC-1643-8A2E-0950-978D1B389D1F}"/>
              </a:ext>
            </a:extLst>
          </p:cNvPr>
          <p:cNvSpPr txBox="1">
            <a:spLocks noGrp="1"/>
          </p:cNvSpPr>
          <p:nvPr>
            <p:ph type="title"/>
          </p:nvPr>
        </p:nvSpPr>
        <p:spPr>
          <a:xfrm>
            <a:off x="1575140" y="1651596"/>
            <a:ext cx="5145050" cy="411201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br>
              <a:rPr lang="en-US" sz="1800" dirty="0"/>
            </a:br>
            <a:br>
              <a:rPr lang="en-US" sz="1800" dirty="0"/>
            </a:br>
            <a:br>
              <a:rPr lang="en-US" sz="1800" dirty="0"/>
            </a:br>
            <a:br>
              <a:rPr lang="en-US" sz="1800" dirty="0"/>
            </a:br>
            <a:br>
              <a:rPr lang="en-US" sz="1800" dirty="0"/>
            </a:br>
            <a:r>
              <a:rPr lang="en-US" sz="1600" b="0" i="0" dirty="0">
                <a:solidFill>
                  <a:srgbClr val="1F1F1F"/>
                </a:solidFill>
                <a:effectLst/>
                <a:latin typeface="Google Sans"/>
              </a:rPr>
              <a:t>  </a:t>
            </a: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endParaRPr sz="1800" dirty="0"/>
          </a:p>
        </p:txBody>
      </p:sp>
      <p:pic>
        <p:nvPicPr>
          <p:cNvPr id="7" name="Picture 6">
            <a:extLst>
              <a:ext uri="{FF2B5EF4-FFF2-40B4-BE49-F238E27FC236}">
                <a16:creationId xmlns:a16="http://schemas.microsoft.com/office/drawing/2014/main" id="{FD27FC94-7E31-9AD6-DA53-9C2344FF9F68}"/>
              </a:ext>
            </a:extLst>
          </p:cNvPr>
          <p:cNvPicPr>
            <a:picLocks noChangeAspect="1"/>
          </p:cNvPicPr>
          <p:nvPr/>
        </p:nvPicPr>
        <p:blipFill>
          <a:blip r:embed="rId3"/>
          <a:stretch>
            <a:fillRect/>
          </a:stretch>
        </p:blipFill>
        <p:spPr>
          <a:xfrm>
            <a:off x="930757" y="60893"/>
            <a:ext cx="5393755" cy="4764182"/>
          </a:xfrm>
          <a:prstGeom prst="rect">
            <a:avLst/>
          </a:prstGeom>
        </p:spPr>
      </p:pic>
    </p:spTree>
    <p:extLst>
      <p:ext uri="{BB962C8B-B14F-4D97-AF65-F5344CB8AC3E}">
        <p14:creationId xmlns:p14="http://schemas.microsoft.com/office/powerpoint/2010/main" val="42570670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81">
          <a:extLst>
            <a:ext uri="{FF2B5EF4-FFF2-40B4-BE49-F238E27FC236}">
              <a16:creationId xmlns:a16="http://schemas.microsoft.com/office/drawing/2014/main" id="{6A8897E2-C07E-9193-9FE7-437E8E9FAC3C}"/>
            </a:ext>
          </a:extLst>
        </p:cNvPr>
        <p:cNvGrpSpPr/>
        <p:nvPr/>
      </p:nvGrpSpPr>
      <p:grpSpPr>
        <a:xfrm>
          <a:off x="0" y="0"/>
          <a:ext cx="0" cy="0"/>
          <a:chOff x="0" y="0"/>
          <a:chExt cx="0" cy="0"/>
        </a:xfrm>
      </p:grpSpPr>
      <p:sp>
        <p:nvSpPr>
          <p:cNvPr id="382" name="Google Shape;382;p28">
            <a:extLst>
              <a:ext uri="{FF2B5EF4-FFF2-40B4-BE49-F238E27FC236}">
                <a16:creationId xmlns:a16="http://schemas.microsoft.com/office/drawing/2014/main" id="{92CA1ACA-F60E-FB99-2267-71DF066214B6}"/>
              </a:ext>
            </a:extLst>
          </p:cNvPr>
          <p:cNvSpPr txBox="1">
            <a:spLocks noGrp="1"/>
          </p:cNvSpPr>
          <p:nvPr>
            <p:ph type="title"/>
          </p:nvPr>
        </p:nvSpPr>
        <p:spPr>
          <a:xfrm>
            <a:off x="1575140" y="1651596"/>
            <a:ext cx="5145050" cy="411201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br>
              <a:rPr lang="en-US" sz="1800" dirty="0"/>
            </a:br>
            <a:br>
              <a:rPr lang="en-US" sz="1800" dirty="0"/>
            </a:br>
            <a:br>
              <a:rPr lang="en-US" sz="1800" dirty="0"/>
            </a:br>
            <a:br>
              <a:rPr lang="en-US" sz="1800" dirty="0"/>
            </a:br>
            <a:br>
              <a:rPr lang="en-US" sz="1800" dirty="0"/>
            </a:br>
            <a:r>
              <a:rPr lang="en-US" sz="1600" b="0" i="0" dirty="0">
                <a:solidFill>
                  <a:srgbClr val="1F1F1F"/>
                </a:solidFill>
                <a:effectLst/>
                <a:latin typeface="Google Sans"/>
              </a:rPr>
              <a:t>  </a:t>
            </a: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endParaRPr sz="1800" dirty="0"/>
          </a:p>
        </p:txBody>
      </p:sp>
      <p:sp>
        <p:nvSpPr>
          <p:cNvPr id="3" name="TextBox 2">
            <a:extLst>
              <a:ext uri="{FF2B5EF4-FFF2-40B4-BE49-F238E27FC236}">
                <a16:creationId xmlns:a16="http://schemas.microsoft.com/office/drawing/2014/main" id="{54C5D2BB-A1F4-D65B-B473-943DEA2878F9}"/>
              </a:ext>
            </a:extLst>
          </p:cNvPr>
          <p:cNvSpPr txBox="1"/>
          <p:nvPr/>
        </p:nvSpPr>
        <p:spPr>
          <a:xfrm>
            <a:off x="252578" y="145926"/>
            <a:ext cx="6148039" cy="923330"/>
          </a:xfrm>
          <a:prstGeom prst="rect">
            <a:avLst/>
          </a:prstGeom>
          <a:noFill/>
        </p:spPr>
        <p:txBody>
          <a:bodyPr wrap="square">
            <a:spAutoFit/>
          </a:bodyPr>
          <a:lstStyle/>
          <a:p>
            <a:r>
              <a:rPr lang="en-US" sz="1800" b="1" dirty="0">
                <a:solidFill>
                  <a:srgbClr val="474747"/>
                </a:solidFill>
                <a:latin typeface="Arial" panose="020B0604020202020204" pitchFamily="34" charset="0"/>
              </a:rPr>
              <a:t>Mean for the Grouped data </a:t>
            </a:r>
          </a:p>
          <a:p>
            <a:r>
              <a:rPr lang="en-US" sz="1800" b="1" dirty="0">
                <a:solidFill>
                  <a:srgbClr val="474747"/>
                </a:solidFill>
                <a:latin typeface="Arial" panose="020B0604020202020204" pitchFamily="34" charset="0"/>
              </a:rPr>
              <a:t> </a:t>
            </a:r>
            <a:endParaRPr lang="en-US" sz="1800" b="1" i="0" dirty="0">
              <a:solidFill>
                <a:srgbClr val="474747"/>
              </a:solidFill>
              <a:effectLst/>
              <a:latin typeface="Arial" panose="020B0604020202020204" pitchFamily="34" charset="0"/>
            </a:endParaRPr>
          </a:p>
          <a:p>
            <a:endParaRPr lang="en-US" sz="1800" b="1" i="0" dirty="0">
              <a:solidFill>
                <a:srgbClr val="474747"/>
              </a:solidFill>
              <a:effectLst/>
              <a:latin typeface="Arial" panose="020B0604020202020204" pitchFamily="34" charset="0"/>
            </a:endParaRPr>
          </a:p>
        </p:txBody>
      </p:sp>
      <p:pic>
        <p:nvPicPr>
          <p:cNvPr id="9" name="Picture 8">
            <a:extLst>
              <a:ext uri="{FF2B5EF4-FFF2-40B4-BE49-F238E27FC236}">
                <a16:creationId xmlns:a16="http://schemas.microsoft.com/office/drawing/2014/main" id="{15C47561-B909-9FC0-1D62-AED11E48EF9D}"/>
              </a:ext>
            </a:extLst>
          </p:cNvPr>
          <p:cNvPicPr>
            <a:picLocks noChangeAspect="1"/>
          </p:cNvPicPr>
          <p:nvPr/>
        </p:nvPicPr>
        <p:blipFill>
          <a:blip r:embed="rId3"/>
          <a:stretch>
            <a:fillRect/>
          </a:stretch>
        </p:blipFill>
        <p:spPr>
          <a:xfrm>
            <a:off x="415887" y="607591"/>
            <a:ext cx="6378493" cy="1310754"/>
          </a:xfrm>
          <a:prstGeom prst="rect">
            <a:avLst/>
          </a:prstGeom>
        </p:spPr>
      </p:pic>
      <p:pic>
        <p:nvPicPr>
          <p:cNvPr id="11" name="Picture 10">
            <a:extLst>
              <a:ext uri="{FF2B5EF4-FFF2-40B4-BE49-F238E27FC236}">
                <a16:creationId xmlns:a16="http://schemas.microsoft.com/office/drawing/2014/main" id="{0C6009AA-685D-DA54-E8E9-5F3C688D9973}"/>
              </a:ext>
            </a:extLst>
          </p:cNvPr>
          <p:cNvPicPr>
            <a:picLocks noChangeAspect="1"/>
          </p:cNvPicPr>
          <p:nvPr/>
        </p:nvPicPr>
        <p:blipFill>
          <a:blip r:embed="rId4"/>
          <a:stretch>
            <a:fillRect/>
          </a:stretch>
        </p:blipFill>
        <p:spPr>
          <a:xfrm>
            <a:off x="481880" y="1888345"/>
            <a:ext cx="7011008" cy="3109229"/>
          </a:xfrm>
          <a:prstGeom prst="rect">
            <a:avLst/>
          </a:prstGeom>
        </p:spPr>
      </p:pic>
    </p:spTree>
    <p:extLst>
      <p:ext uri="{BB962C8B-B14F-4D97-AF65-F5344CB8AC3E}">
        <p14:creationId xmlns:p14="http://schemas.microsoft.com/office/powerpoint/2010/main" val="7642336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81">
          <a:extLst>
            <a:ext uri="{FF2B5EF4-FFF2-40B4-BE49-F238E27FC236}">
              <a16:creationId xmlns:a16="http://schemas.microsoft.com/office/drawing/2014/main" id="{660F42A5-6410-9716-092C-DDC16B8D4086}"/>
            </a:ext>
          </a:extLst>
        </p:cNvPr>
        <p:cNvGrpSpPr/>
        <p:nvPr/>
      </p:nvGrpSpPr>
      <p:grpSpPr>
        <a:xfrm>
          <a:off x="0" y="0"/>
          <a:ext cx="0" cy="0"/>
          <a:chOff x="0" y="0"/>
          <a:chExt cx="0" cy="0"/>
        </a:xfrm>
      </p:grpSpPr>
      <p:sp>
        <p:nvSpPr>
          <p:cNvPr id="382" name="Google Shape;382;p28">
            <a:extLst>
              <a:ext uri="{FF2B5EF4-FFF2-40B4-BE49-F238E27FC236}">
                <a16:creationId xmlns:a16="http://schemas.microsoft.com/office/drawing/2014/main" id="{3D3BD365-77DA-48BA-F4FE-9248D851C60D}"/>
              </a:ext>
            </a:extLst>
          </p:cNvPr>
          <p:cNvSpPr txBox="1">
            <a:spLocks noGrp="1"/>
          </p:cNvSpPr>
          <p:nvPr>
            <p:ph type="title"/>
          </p:nvPr>
        </p:nvSpPr>
        <p:spPr>
          <a:xfrm>
            <a:off x="1575140" y="1651596"/>
            <a:ext cx="5145050" cy="411201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br>
              <a:rPr lang="en-US" sz="1800" dirty="0"/>
            </a:br>
            <a:br>
              <a:rPr lang="en-US" sz="1800" dirty="0"/>
            </a:br>
            <a:br>
              <a:rPr lang="en-US" sz="1800" dirty="0"/>
            </a:br>
            <a:br>
              <a:rPr lang="en-US" sz="1800" dirty="0"/>
            </a:br>
            <a:br>
              <a:rPr lang="en-US" sz="1800" dirty="0"/>
            </a:br>
            <a:r>
              <a:rPr lang="en-US" sz="1600" b="0" i="0" dirty="0">
                <a:solidFill>
                  <a:srgbClr val="1F1F1F"/>
                </a:solidFill>
                <a:effectLst/>
                <a:latin typeface="Google Sans"/>
              </a:rPr>
              <a:t>  </a:t>
            </a: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endParaRPr sz="1800" dirty="0"/>
          </a:p>
        </p:txBody>
      </p:sp>
      <p:pic>
        <p:nvPicPr>
          <p:cNvPr id="4" name="Picture 3">
            <a:extLst>
              <a:ext uri="{FF2B5EF4-FFF2-40B4-BE49-F238E27FC236}">
                <a16:creationId xmlns:a16="http://schemas.microsoft.com/office/drawing/2014/main" id="{054F66B4-39C2-5C96-23D3-9D1FC71AD776}"/>
              </a:ext>
            </a:extLst>
          </p:cNvPr>
          <p:cNvPicPr>
            <a:picLocks noChangeAspect="1"/>
          </p:cNvPicPr>
          <p:nvPr/>
        </p:nvPicPr>
        <p:blipFill>
          <a:blip r:embed="rId3"/>
          <a:stretch>
            <a:fillRect/>
          </a:stretch>
        </p:blipFill>
        <p:spPr>
          <a:xfrm>
            <a:off x="165532" y="129101"/>
            <a:ext cx="5380186" cy="1623201"/>
          </a:xfrm>
          <a:prstGeom prst="rect">
            <a:avLst/>
          </a:prstGeom>
        </p:spPr>
      </p:pic>
      <p:pic>
        <p:nvPicPr>
          <p:cNvPr id="6" name="Picture 5">
            <a:extLst>
              <a:ext uri="{FF2B5EF4-FFF2-40B4-BE49-F238E27FC236}">
                <a16:creationId xmlns:a16="http://schemas.microsoft.com/office/drawing/2014/main" id="{C89443C1-EF5D-A1DC-43A8-B06A0C913B85}"/>
              </a:ext>
            </a:extLst>
          </p:cNvPr>
          <p:cNvPicPr>
            <a:picLocks noChangeAspect="1"/>
          </p:cNvPicPr>
          <p:nvPr/>
        </p:nvPicPr>
        <p:blipFill>
          <a:blip r:embed="rId4"/>
          <a:stretch>
            <a:fillRect/>
          </a:stretch>
        </p:blipFill>
        <p:spPr>
          <a:xfrm>
            <a:off x="1166608" y="1861133"/>
            <a:ext cx="3847601" cy="2827327"/>
          </a:xfrm>
          <a:prstGeom prst="rect">
            <a:avLst/>
          </a:prstGeom>
        </p:spPr>
      </p:pic>
    </p:spTree>
    <p:extLst>
      <p:ext uri="{BB962C8B-B14F-4D97-AF65-F5344CB8AC3E}">
        <p14:creationId xmlns:p14="http://schemas.microsoft.com/office/powerpoint/2010/main" val="230880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81">
          <a:extLst>
            <a:ext uri="{FF2B5EF4-FFF2-40B4-BE49-F238E27FC236}">
              <a16:creationId xmlns:a16="http://schemas.microsoft.com/office/drawing/2014/main" id="{B4E38AE6-A93E-0513-C94D-B96D8A5D3E68}"/>
            </a:ext>
          </a:extLst>
        </p:cNvPr>
        <p:cNvGrpSpPr/>
        <p:nvPr/>
      </p:nvGrpSpPr>
      <p:grpSpPr>
        <a:xfrm>
          <a:off x="0" y="0"/>
          <a:ext cx="0" cy="0"/>
          <a:chOff x="0" y="0"/>
          <a:chExt cx="0" cy="0"/>
        </a:xfrm>
      </p:grpSpPr>
      <p:sp>
        <p:nvSpPr>
          <p:cNvPr id="382" name="Google Shape;382;p28">
            <a:extLst>
              <a:ext uri="{FF2B5EF4-FFF2-40B4-BE49-F238E27FC236}">
                <a16:creationId xmlns:a16="http://schemas.microsoft.com/office/drawing/2014/main" id="{47606195-1F00-9A94-5EC0-48816A9CA692}"/>
              </a:ext>
            </a:extLst>
          </p:cNvPr>
          <p:cNvSpPr txBox="1">
            <a:spLocks noGrp="1"/>
          </p:cNvSpPr>
          <p:nvPr>
            <p:ph type="title"/>
          </p:nvPr>
        </p:nvSpPr>
        <p:spPr>
          <a:xfrm>
            <a:off x="1575140" y="1651596"/>
            <a:ext cx="5145050" cy="411201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br>
              <a:rPr lang="en-US" sz="1800" dirty="0"/>
            </a:br>
            <a:br>
              <a:rPr lang="en-US" sz="1800" dirty="0"/>
            </a:br>
            <a:br>
              <a:rPr lang="en-US" sz="1800" dirty="0"/>
            </a:br>
            <a:br>
              <a:rPr lang="en-US" sz="1800" dirty="0"/>
            </a:br>
            <a:br>
              <a:rPr lang="en-US" sz="1800" dirty="0"/>
            </a:br>
            <a:r>
              <a:rPr lang="en-US" sz="1600" b="0" i="0" dirty="0">
                <a:solidFill>
                  <a:srgbClr val="1F1F1F"/>
                </a:solidFill>
                <a:effectLst/>
                <a:latin typeface="Google Sans"/>
              </a:rPr>
              <a:t>  </a:t>
            </a: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endParaRPr sz="1800" dirty="0"/>
          </a:p>
        </p:txBody>
      </p:sp>
      <p:pic>
        <p:nvPicPr>
          <p:cNvPr id="3" name="Picture 2">
            <a:extLst>
              <a:ext uri="{FF2B5EF4-FFF2-40B4-BE49-F238E27FC236}">
                <a16:creationId xmlns:a16="http://schemas.microsoft.com/office/drawing/2014/main" id="{EF3C8936-6D73-2CD2-C35A-5C4218B88F3C}"/>
              </a:ext>
            </a:extLst>
          </p:cNvPr>
          <p:cNvPicPr>
            <a:picLocks noChangeAspect="1"/>
          </p:cNvPicPr>
          <p:nvPr/>
        </p:nvPicPr>
        <p:blipFill>
          <a:blip r:embed="rId3"/>
          <a:stretch>
            <a:fillRect/>
          </a:stretch>
        </p:blipFill>
        <p:spPr>
          <a:xfrm>
            <a:off x="304427" y="999798"/>
            <a:ext cx="7171041" cy="2484335"/>
          </a:xfrm>
          <a:prstGeom prst="rect">
            <a:avLst/>
          </a:prstGeom>
        </p:spPr>
      </p:pic>
    </p:spTree>
    <p:extLst>
      <p:ext uri="{BB962C8B-B14F-4D97-AF65-F5344CB8AC3E}">
        <p14:creationId xmlns:p14="http://schemas.microsoft.com/office/powerpoint/2010/main" val="19105088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81">
          <a:extLst>
            <a:ext uri="{FF2B5EF4-FFF2-40B4-BE49-F238E27FC236}">
              <a16:creationId xmlns:a16="http://schemas.microsoft.com/office/drawing/2014/main" id="{865EC17E-0228-1DDB-BA87-B903C066BF33}"/>
            </a:ext>
          </a:extLst>
        </p:cNvPr>
        <p:cNvGrpSpPr/>
        <p:nvPr/>
      </p:nvGrpSpPr>
      <p:grpSpPr>
        <a:xfrm>
          <a:off x="0" y="0"/>
          <a:ext cx="0" cy="0"/>
          <a:chOff x="0" y="0"/>
          <a:chExt cx="0" cy="0"/>
        </a:xfrm>
      </p:grpSpPr>
      <p:sp>
        <p:nvSpPr>
          <p:cNvPr id="382" name="Google Shape;382;p28">
            <a:extLst>
              <a:ext uri="{FF2B5EF4-FFF2-40B4-BE49-F238E27FC236}">
                <a16:creationId xmlns:a16="http://schemas.microsoft.com/office/drawing/2014/main" id="{09D47E83-269A-6ACD-2246-BB59AA0FFC6C}"/>
              </a:ext>
            </a:extLst>
          </p:cNvPr>
          <p:cNvSpPr txBox="1">
            <a:spLocks noGrp="1"/>
          </p:cNvSpPr>
          <p:nvPr>
            <p:ph type="title"/>
          </p:nvPr>
        </p:nvSpPr>
        <p:spPr>
          <a:xfrm>
            <a:off x="1575140" y="1651596"/>
            <a:ext cx="5145050" cy="411201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br>
              <a:rPr lang="en-US" sz="1800" dirty="0"/>
            </a:br>
            <a:br>
              <a:rPr lang="en-US" sz="1800" dirty="0"/>
            </a:br>
            <a:br>
              <a:rPr lang="en-US" sz="1800" dirty="0"/>
            </a:br>
            <a:br>
              <a:rPr lang="en-US" sz="1800" dirty="0"/>
            </a:br>
            <a:br>
              <a:rPr lang="en-US" sz="1800" dirty="0"/>
            </a:br>
            <a:r>
              <a:rPr lang="en-US" sz="1600" b="0" i="0" dirty="0">
                <a:solidFill>
                  <a:srgbClr val="1F1F1F"/>
                </a:solidFill>
                <a:effectLst/>
                <a:latin typeface="Google Sans"/>
              </a:rPr>
              <a:t>  </a:t>
            </a: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endParaRPr sz="1800" dirty="0"/>
          </a:p>
        </p:txBody>
      </p:sp>
      <p:pic>
        <p:nvPicPr>
          <p:cNvPr id="3" name="Picture 2">
            <a:extLst>
              <a:ext uri="{FF2B5EF4-FFF2-40B4-BE49-F238E27FC236}">
                <a16:creationId xmlns:a16="http://schemas.microsoft.com/office/drawing/2014/main" id="{D0AD091C-90AA-2F0F-6673-78EEED4926D8}"/>
              </a:ext>
            </a:extLst>
          </p:cNvPr>
          <p:cNvPicPr>
            <a:picLocks noChangeAspect="1"/>
          </p:cNvPicPr>
          <p:nvPr/>
        </p:nvPicPr>
        <p:blipFill>
          <a:blip r:embed="rId3"/>
          <a:stretch>
            <a:fillRect/>
          </a:stretch>
        </p:blipFill>
        <p:spPr>
          <a:xfrm>
            <a:off x="252464" y="139963"/>
            <a:ext cx="7110076" cy="4503810"/>
          </a:xfrm>
          <a:prstGeom prst="rect">
            <a:avLst/>
          </a:prstGeom>
        </p:spPr>
      </p:pic>
    </p:spTree>
    <p:extLst>
      <p:ext uri="{BB962C8B-B14F-4D97-AF65-F5344CB8AC3E}">
        <p14:creationId xmlns:p14="http://schemas.microsoft.com/office/powerpoint/2010/main" val="30416681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81">
          <a:extLst>
            <a:ext uri="{FF2B5EF4-FFF2-40B4-BE49-F238E27FC236}">
              <a16:creationId xmlns:a16="http://schemas.microsoft.com/office/drawing/2014/main" id="{1276BC02-AB07-FA31-3F07-B270A4CB92D2}"/>
            </a:ext>
          </a:extLst>
        </p:cNvPr>
        <p:cNvGrpSpPr/>
        <p:nvPr/>
      </p:nvGrpSpPr>
      <p:grpSpPr>
        <a:xfrm>
          <a:off x="0" y="0"/>
          <a:ext cx="0" cy="0"/>
          <a:chOff x="0" y="0"/>
          <a:chExt cx="0" cy="0"/>
        </a:xfrm>
      </p:grpSpPr>
      <p:sp>
        <p:nvSpPr>
          <p:cNvPr id="382" name="Google Shape;382;p28">
            <a:extLst>
              <a:ext uri="{FF2B5EF4-FFF2-40B4-BE49-F238E27FC236}">
                <a16:creationId xmlns:a16="http://schemas.microsoft.com/office/drawing/2014/main" id="{289D6B6F-E543-6B88-BE2E-220B53A6FC08}"/>
              </a:ext>
            </a:extLst>
          </p:cNvPr>
          <p:cNvSpPr txBox="1">
            <a:spLocks noGrp="1"/>
          </p:cNvSpPr>
          <p:nvPr>
            <p:ph type="title"/>
          </p:nvPr>
        </p:nvSpPr>
        <p:spPr>
          <a:xfrm>
            <a:off x="1575140" y="1651596"/>
            <a:ext cx="5145050" cy="411201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br>
              <a:rPr lang="en-US" sz="1800" dirty="0"/>
            </a:br>
            <a:br>
              <a:rPr lang="en-US" sz="1800" dirty="0"/>
            </a:br>
            <a:br>
              <a:rPr lang="en-US" sz="1800" dirty="0"/>
            </a:br>
            <a:br>
              <a:rPr lang="en-US" sz="1800" dirty="0"/>
            </a:br>
            <a:br>
              <a:rPr lang="en-US" sz="1800" dirty="0"/>
            </a:br>
            <a:r>
              <a:rPr lang="en-US" sz="1600" b="0" i="0" dirty="0">
                <a:solidFill>
                  <a:srgbClr val="1F1F1F"/>
                </a:solidFill>
                <a:effectLst/>
                <a:latin typeface="Google Sans"/>
              </a:rPr>
              <a:t>  </a:t>
            </a: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endParaRPr sz="1800" dirty="0"/>
          </a:p>
        </p:txBody>
      </p:sp>
      <p:pic>
        <p:nvPicPr>
          <p:cNvPr id="3" name="Picture 2">
            <a:extLst>
              <a:ext uri="{FF2B5EF4-FFF2-40B4-BE49-F238E27FC236}">
                <a16:creationId xmlns:a16="http://schemas.microsoft.com/office/drawing/2014/main" id="{5FEF9D37-4235-91FB-E25A-B4080D37A0BB}"/>
              </a:ext>
            </a:extLst>
          </p:cNvPr>
          <p:cNvPicPr>
            <a:picLocks noChangeAspect="1"/>
          </p:cNvPicPr>
          <p:nvPr/>
        </p:nvPicPr>
        <p:blipFill>
          <a:blip r:embed="rId3"/>
          <a:stretch>
            <a:fillRect/>
          </a:stretch>
        </p:blipFill>
        <p:spPr>
          <a:xfrm>
            <a:off x="129482" y="285552"/>
            <a:ext cx="5662151" cy="2286198"/>
          </a:xfrm>
          <a:prstGeom prst="rect">
            <a:avLst/>
          </a:prstGeom>
        </p:spPr>
      </p:pic>
      <p:pic>
        <p:nvPicPr>
          <p:cNvPr id="7" name="Picture 6">
            <a:extLst>
              <a:ext uri="{FF2B5EF4-FFF2-40B4-BE49-F238E27FC236}">
                <a16:creationId xmlns:a16="http://schemas.microsoft.com/office/drawing/2014/main" id="{B0D2FC93-F16D-5D18-406C-4CE77D180437}"/>
              </a:ext>
            </a:extLst>
          </p:cNvPr>
          <p:cNvPicPr>
            <a:picLocks noChangeAspect="1"/>
          </p:cNvPicPr>
          <p:nvPr/>
        </p:nvPicPr>
        <p:blipFill>
          <a:blip r:embed="rId4"/>
          <a:stretch>
            <a:fillRect/>
          </a:stretch>
        </p:blipFill>
        <p:spPr>
          <a:xfrm>
            <a:off x="0" y="2571750"/>
            <a:ext cx="6988146" cy="1036410"/>
          </a:xfrm>
          <a:prstGeom prst="rect">
            <a:avLst/>
          </a:prstGeom>
        </p:spPr>
      </p:pic>
      <p:pic>
        <p:nvPicPr>
          <p:cNvPr id="9" name="Picture 8">
            <a:extLst>
              <a:ext uri="{FF2B5EF4-FFF2-40B4-BE49-F238E27FC236}">
                <a16:creationId xmlns:a16="http://schemas.microsoft.com/office/drawing/2014/main" id="{D9737014-A27E-6E04-3B5C-4BCCD4902925}"/>
              </a:ext>
            </a:extLst>
          </p:cNvPr>
          <p:cNvPicPr>
            <a:picLocks noChangeAspect="1"/>
          </p:cNvPicPr>
          <p:nvPr/>
        </p:nvPicPr>
        <p:blipFill>
          <a:blip r:embed="rId5"/>
          <a:stretch>
            <a:fillRect/>
          </a:stretch>
        </p:blipFill>
        <p:spPr>
          <a:xfrm>
            <a:off x="263755" y="4289046"/>
            <a:ext cx="1646063" cy="342930"/>
          </a:xfrm>
          <a:prstGeom prst="rect">
            <a:avLst/>
          </a:prstGeom>
        </p:spPr>
      </p:pic>
      <p:pic>
        <p:nvPicPr>
          <p:cNvPr id="11" name="Picture 10">
            <a:extLst>
              <a:ext uri="{FF2B5EF4-FFF2-40B4-BE49-F238E27FC236}">
                <a16:creationId xmlns:a16="http://schemas.microsoft.com/office/drawing/2014/main" id="{ADF62BC8-AEBB-2517-BAD3-092EDD4E9BEB}"/>
              </a:ext>
            </a:extLst>
          </p:cNvPr>
          <p:cNvPicPr>
            <a:picLocks noChangeAspect="1"/>
          </p:cNvPicPr>
          <p:nvPr/>
        </p:nvPicPr>
        <p:blipFill>
          <a:blip r:embed="rId6"/>
          <a:stretch>
            <a:fillRect/>
          </a:stretch>
        </p:blipFill>
        <p:spPr>
          <a:xfrm>
            <a:off x="263755" y="3826672"/>
            <a:ext cx="1013548" cy="243861"/>
          </a:xfrm>
          <a:prstGeom prst="rect">
            <a:avLst/>
          </a:prstGeom>
        </p:spPr>
      </p:pic>
    </p:spTree>
    <p:extLst>
      <p:ext uri="{BB962C8B-B14F-4D97-AF65-F5344CB8AC3E}">
        <p14:creationId xmlns:p14="http://schemas.microsoft.com/office/powerpoint/2010/main" val="17336575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81">
          <a:extLst>
            <a:ext uri="{FF2B5EF4-FFF2-40B4-BE49-F238E27FC236}">
              <a16:creationId xmlns:a16="http://schemas.microsoft.com/office/drawing/2014/main" id="{4B445149-FE75-8B5A-E04E-87D0CA8A43D8}"/>
            </a:ext>
          </a:extLst>
        </p:cNvPr>
        <p:cNvGrpSpPr/>
        <p:nvPr/>
      </p:nvGrpSpPr>
      <p:grpSpPr>
        <a:xfrm>
          <a:off x="0" y="0"/>
          <a:ext cx="0" cy="0"/>
          <a:chOff x="0" y="0"/>
          <a:chExt cx="0" cy="0"/>
        </a:xfrm>
      </p:grpSpPr>
      <p:sp>
        <p:nvSpPr>
          <p:cNvPr id="382" name="Google Shape;382;p28">
            <a:extLst>
              <a:ext uri="{FF2B5EF4-FFF2-40B4-BE49-F238E27FC236}">
                <a16:creationId xmlns:a16="http://schemas.microsoft.com/office/drawing/2014/main" id="{0ADB8CE1-5B2B-8BFD-E4BB-E7F95A5B6FE2}"/>
              </a:ext>
            </a:extLst>
          </p:cNvPr>
          <p:cNvSpPr txBox="1">
            <a:spLocks noGrp="1"/>
          </p:cNvSpPr>
          <p:nvPr>
            <p:ph type="title"/>
          </p:nvPr>
        </p:nvSpPr>
        <p:spPr>
          <a:xfrm>
            <a:off x="1575140" y="1651596"/>
            <a:ext cx="5145050" cy="411201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br>
              <a:rPr lang="en-US" sz="1800" dirty="0"/>
            </a:br>
            <a:br>
              <a:rPr lang="en-US" sz="1800" dirty="0"/>
            </a:br>
            <a:br>
              <a:rPr lang="en-US" sz="1800" dirty="0"/>
            </a:br>
            <a:br>
              <a:rPr lang="en-US" sz="1800" dirty="0"/>
            </a:br>
            <a:br>
              <a:rPr lang="en-US" sz="1800" dirty="0"/>
            </a:br>
            <a:r>
              <a:rPr lang="en-US" sz="1600" b="0" i="0" dirty="0">
                <a:solidFill>
                  <a:srgbClr val="1F1F1F"/>
                </a:solidFill>
                <a:effectLst/>
                <a:latin typeface="Google Sans"/>
              </a:rPr>
              <a:t>  </a:t>
            </a: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endParaRPr sz="1800" dirty="0"/>
          </a:p>
        </p:txBody>
      </p:sp>
      <p:pic>
        <p:nvPicPr>
          <p:cNvPr id="4" name="Picture 3">
            <a:extLst>
              <a:ext uri="{FF2B5EF4-FFF2-40B4-BE49-F238E27FC236}">
                <a16:creationId xmlns:a16="http://schemas.microsoft.com/office/drawing/2014/main" id="{181F15AF-3ADA-BDDF-4076-1CAE5607B94C}"/>
              </a:ext>
            </a:extLst>
          </p:cNvPr>
          <p:cNvPicPr>
            <a:picLocks noChangeAspect="1"/>
          </p:cNvPicPr>
          <p:nvPr/>
        </p:nvPicPr>
        <p:blipFill>
          <a:blip r:embed="rId3"/>
          <a:stretch>
            <a:fillRect/>
          </a:stretch>
        </p:blipFill>
        <p:spPr>
          <a:xfrm>
            <a:off x="165532" y="129101"/>
            <a:ext cx="5380186" cy="1623201"/>
          </a:xfrm>
          <a:prstGeom prst="rect">
            <a:avLst/>
          </a:prstGeom>
        </p:spPr>
      </p:pic>
      <p:pic>
        <p:nvPicPr>
          <p:cNvPr id="6" name="Picture 5">
            <a:extLst>
              <a:ext uri="{FF2B5EF4-FFF2-40B4-BE49-F238E27FC236}">
                <a16:creationId xmlns:a16="http://schemas.microsoft.com/office/drawing/2014/main" id="{D9976044-297D-5217-B0AF-82380EBE3B86}"/>
              </a:ext>
            </a:extLst>
          </p:cNvPr>
          <p:cNvPicPr>
            <a:picLocks noChangeAspect="1"/>
          </p:cNvPicPr>
          <p:nvPr/>
        </p:nvPicPr>
        <p:blipFill>
          <a:blip r:embed="rId4"/>
          <a:stretch>
            <a:fillRect/>
          </a:stretch>
        </p:blipFill>
        <p:spPr>
          <a:xfrm>
            <a:off x="1166608" y="1861133"/>
            <a:ext cx="3847601" cy="2827327"/>
          </a:xfrm>
          <a:prstGeom prst="rect">
            <a:avLst/>
          </a:prstGeom>
        </p:spPr>
      </p:pic>
    </p:spTree>
    <p:extLst>
      <p:ext uri="{BB962C8B-B14F-4D97-AF65-F5344CB8AC3E}">
        <p14:creationId xmlns:p14="http://schemas.microsoft.com/office/powerpoint/2010/main" val="3740070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Advanced Topics in Combinatorics - Doctor of Philosophy (Ph.D.) in Mathematics by Slidesgo">
  <a:themeElements>
    <a:clrScheme name="Simple Light">
      <a:dk1>
        <a:srgbClr val="000000"/>
      </a:dk1>
      <a:lt1>
        <a:srgbClr val="FDFFFE"/>
      </a:lt1>
      <a:dk2>
        <a:srgbClr val="C7C5C1"/>
      </a:dk2>
      <a:lt2>
        <a:srgbClr val="948777"/>
      </a:lt2>
      <a:accent1>
        <a:srgbClr val="D2B689"/>
      </a:accent1>
      <a:accent2>
        <a:srgbClr val="212E51"/>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3131</TotalTime>
  <Words>1717</Words>
  <Application>Microsoft Office PowerPoint</Application>
  <PresentationFormat>On-screen Show (16:9)</PresentationFormat>
  <Paragraphs>131</Paragraphs>
  <Slides>45</Slides>
  <Notes>39</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45</vt:i4>
      </vt:variant>
    </vt:vector>
  </HeadingPairs>
  <TitlesOfParts>
    <vt:vector size="57" baseType="lpstr">
      <vt:lpstr>Barlow</vt:lpstr>
      <vt:lpstr>Times New Roman</vt:lpstr>
      <vt:lpstr>Verdana</vt:lpstr>
      <vt:lpstr>GlyphLessFont</vt:lpstr>
      <vt:lpstr>Google Sans</vt:lpstr>
      <vt:lpstr>SourceSansPro</vt:lpstr>
      <vt:lpstr>Untitled Sans</vt:lpstr>
      <vt:lpstr>inherit</vt:lpstr>
      <vt:lpstr>Raleway</vt:lpstr>
      <vt:lpstr>Arial</vt:lpstr>
      <vt:lpstr>Cambria Math</vt:lpstr>
      <vt:lpstr>Advanced Topics in Combinatorics - Doctor of Philosophy (Ph.D.) in Mathematics by Slidesgo</vt:lpstr>
      <vt:lpstr>      Quartiles  The three distribution that divide the data into four equal parts.  These values are called Q1, Q2 and Q3. Q1 is called the first and lower Quartile while Q3 is called the lower and 3rd Quartile. The Quartile are the values below which 25%. 50% and 70% of the data lie.               </vt:lpstr>
      <vt:lpstr>     1st Quartile                      </vt:lpstr>
      <vt:lpstr>     2nd and 3rd Quartile                      </vt:lpstr>
      <vt:lpstr>                           </vt:lpstr>
      <vt:lpstr>                           </vt:lpstr>
      <vt:lpstr>                           </vt:lpstr>
      <vt:lpstr>            Quartile 1 (Q1) = (4+4)/2 = 4 Quartile 2 (Q2) = (10+11)/2 = 10.5 Quartile 3 (Q3) = (14+16)/2 = 15                </vt:lpstr>
      <vt:lpstr>Descriptive Statistics</vt:lpstr>
      <vt:lpstr>     Presentation of Data  Frequency Distribution:   A tabular or graphical representation of data that shows how often each possible  value or outcome occurs within a dataset. "Class frequency“ denoted as “f”  refers to the number of data points that fall within a specific class interval  in a data set.   K= 1+3.3logN              </vt:lpstr>
      <vt:lpstr>     Class Limits:   A class limits" refer to the lowest and highest values that define a  specific class interval within a data set, with the lower value being  called the "lower class limit" and the higher value being called the  "upper class limit" of that class.              </vt:lpstr>
      <vt:lpstr>     Class boundaries:   A class boundary refers to the dividing line between two adjacent classes or categories in a dataset.              </vt:lpstr>
      <vt:lpstr>     Class Width:   A Class width represents the size of each class in a grouped frequency  distribution.                </vt:lpstr>
      <vt:lpstr>                     </vt:lpstr>
      <vt:lpstr>                     </vt:lpstr>
      <vt:lpstr>                     </vt:lpstr>
      <vt:lpstr>                     </vt:lpstr>
      <vt:lpstr>                     </vt:lpstr>
      <vt:lpstr>Example  Consider the following raw data</vt:lpstr>
      <vt:lpstr>PowerPoint Presentation</vt:lpstr>
      <vt:lpstr>PowerPoint Presentation</vt:lpstr>
      <vt:lpstr>PowerPoint Presentation</vt:lpstr>
      <vt:lpstr>PowerPoint Presentation</vt:lpstr>
      <vt:lpstr>PowerPoint Presentation</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Hafsa Nazir</dc:creator>
  <cp:lastModifiedBy>Hafsa Nazir</cp:lastModifiedBy>
  <cp:revision>18</cp:revision>
  <dcterms:modified xsi:type="dcterms:W3CDTF">2026-01-27T10:42:33Z</dcterms:modified>
</cp:coreProperties>
</file>